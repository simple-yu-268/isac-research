
<file path=[Content_Types].xml><?xml version="1.0" encoding="utf-8"?>
<Types xmlns="http://schemas.openxmlformats.org/package/2006/content-types">
  <Default Extension="xml" ContentType="application/vnd.openxmlformats-package.core-properties+xml"/>
  <Default Extension="jpeg" ContentType="image/jpeg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Masters/slideMaster2.xml" ContentType="application/vnd.openxmlformats-officedocument.presentationml.slideMaster+xml"/>
  <Override PartName="/ppt/slideMasters/theme/theme3.xml" ContentType="application/vnd.openxmlformats-officedocument.theme+xml"/>
  <Override PartName="/ppt/slideMasters/slideMaster3.xml" ContentType="application/vnd.openxmlformats-officedocument.presentationml.slideMaster+xml"/>
  <Override PartName="/ppt/slideMasters/theme/theme4.xml" ContentType="application/vnd.openxmlformats-officedocument.theme+xml"/>
  <Override PartName="/ppt/slideMasters/slideMaster4.xml" ContentType="application/vnd.openxmlformats-officedocument.presentationml.slideMaster+xml"/>
  <Override PartName="/ppt/slideMasters/theme/theme5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6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8454b097a4e348b5" /><Relationship Type="http://schemas.openxmlformats.org/officeDocument/2006/relationships/extended-properties" Target="/docProps/app.xml" Id="R97e2925c8ba247cf" /><Relationship Type="http://schemas.openxmlformats.org/officeDocument/2006/relationships/officeDocument" Target="/ppt/presentation.xml" Id="R1f4cf6e12c78400f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e31709007b55455a"/>
    <p:sldMasterId xmlns:r="http://schemas.openxmlformats.org/officeDocument/2006/relationships" id="2147483660" r:id="R8aa13a254d23470e"/>
    <p:sldMasterId xmlns:r="http://schemas.openxmlformats.org/officeDocument/2006/relationships" id="2147483672" r:id="R6c84c56bab114b23"/>
    <p:sldMasterId xmlns:r="http://schemas.openxmlformats.org/officeDocument/2006/relationships" id="2147483684" r:id="R6ae181e8f17744bb"/>
  </p:sldMasterIdLst>
  <p:notesMasterIdLst>
    <p:notesMasterId xmlns:r="http://schemas.openxmlformats.org/officeDocument/2006/relationships" r:id="R370e8d9b6bbf46e2"/>
  </p:notesMasterIdLst>
  <p:sldIdLst>
    <p:sldId xmlns:r="http://schemas.openxmlformats.org/officeDocument/2006/relationships" id="256" r:id="Rd461f1628caf4c14"/>
  </p:sldIdLst>
  <p:sldSz cx="30275213" cy="428117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p="http://schemas.openxmlformats.org/presentationml/2006/main">
  <p:slideViewPr>
    <p:cSldViewPr snapToGrid="0" snapToObjects="1">
      <p:cViewPr>
        <p:scale>
          <a:sx xmlns:a="http://schemas.openxmlformats.org/drawingml/2006/main" n="1" d="1"/>
          <a:sy xmlns:a="http://schemas.openxmlformats.org/drawingml/2006/main" n="1" d="1"/>
        </p:scale>
        <p:origin x="0" y="0"/>
      </p:cViewPr>
      <p:guideLst/>
    </p:cSldViewPr>
  </p:slideViewPr>
  <p:gridSpacing cx="72008" cy="72008"/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47136e33799e41b9" /><Relationship Type="http://schemas.openxmlformats.org/officeDocument/2006/relationships/slideMaster" Target="/ppt/slideMasters/slideMaster1.xml" Id="Re31709007b55455a" /><Relationship Type="http://schemas.openxmlformats.org/officeDocument/2006/relationships/slideMaster" Target="/ppt/slideMasters/slideMaster2.xml" Id="R8aa13a254d23470e" /><Relationship Type="http://schemas.openxmlformats.org/officeDocument/2006/relationships/slideMaster" Target="/ppt/slideMasters/slideMaster3.xml" Id="R6c84c56bab114b23" /><Relationship Type="http://schemas.openxmlformats.org/officeDocument/2006/relationships/slideMaster" Target="/ppt/slideMasters/slideMaster4.xml" Id="R6ae181e8f17744bb" /><Relationship Type="http://schemas.openxmlformats.org/officeDocument/2006/relationships/notesMaster" Target="/ppt/notesMasters/notesMaster1.xml" Id="R370e8d9b6bbf46e2" /><Relationship Type="http://schemas.openxmlformats.org/officeDocument/2006/relationships/presProps" Target="/ppt/presProps.xml" Id="R727c9b9ab12f434f" /><Relationship Type="http://schemas.openxmlformats.org/officeDocument/2006/relationships/viewProps" Target="/ppt/viewProps.xml" Id="R35cd40d1c9904262" /><Relationship Type="http://schemas.openxmlformats.org/officeDocument/2006/relationships/tableStyles" Target="/ppt/tableStyles.xml" Id="R422f8c4f15344a07" /><Relationship Type="http://schemas.openxmlformats.org/officeDocument/2006/relationships/slide" Target="/ppt/slides/slide1.xml" Id="Rd461f1628caf4c14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6.xml" Id="Re37d2a7044654d85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6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>
          <a:solidFill>
            <a:schemeClr val="phClr">
              <a:shade val="95000"/>
              <a:satMod val="105000"/>
            </a:schemeClr>
          </a:solidFill>
          <a:prstDash val="solid"/>
        </a:ln>
        <a:ln w="25400">
          <a:solidFill>
            <a:schemeClr val="phClr"/>
          </a:solidFill>
          <a:prstDash val="solid"/>
        </a:ln>
        <a:ln w="38100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f29114058b9e48b1" /><Relationship Type="http://schemas.openxmlformats.org/officeDocument/2006/relationships/notesMaster" Target="/ppt/notesMasters/notesMaster1.xml" Id="Rb40368b012e84216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Internal experiment package: participation_model_experiment_package/README.md and paper/numerical_results.tex.</a:t>
            </a:r>
          </a:p>
          <a:p xmlns:a="http://schemas.openxmlformats.org/drawingml/2006/main">
            <a:r>
              <a:t>- Internal mathematical derivation: math_derivation_tex_v10/math_derivation_en.tex.</a:t>
            </a:r>
          </a:p>
          <a:p xmlns:a="http://schemas.openxmlformats.org/drawingml/2006/main">
            <a:r>
              <a:t>- Figure assets: experiment-package/figures/*.png.</a:t>
            </a:r>
          </a:p>
          <a:p xmlns:a="http://schemas.openxmlformats.org/drawingml/2006/main">
            <a:r>
              <a:t>- Local design benchmarks reviewed: Kai Lin, Lauren Spooner and Matthew Garrett winner posters; EET Thesis C/Project C marking form.</a:t>
            </a:r>
          </a:p>
          <a:p xmlns:a="http://schemas.openxmlformats.org/drawingml/2006/main">
            <a:r>
              <a:t>- Design approach inspired by Paper2Poster: https://github.com/paper2poster/paper2poster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c8a59a539b63440b" /><Relationship Type="http://schemas.openxmlformats.org/officeDocument/2006/relationships/image" Target="/ppt/media/image.png" Id="Rb0ead32450ce4bb1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73370e5722ea4072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ac3de98fe4514f1e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ee4a1ab5966643d0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a72405e01e04478b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db83ebc9f7bd4987" /></Relationships>
</file>

<file path=ppt/slideLayouts/_rels/slideLayout7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1f793d0d67fc439c" /></Relationships>
</file>

<file path=ppt/slideLayouts/_rels/slideLayout8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dd4a48f8cbd94795" /></Relationships>
</file>

<file path=ppt/slideLayouts/_rels/slideLayout9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d269d21085f34d75" /></Relationships>
</file>

<file path=ppt/slideLayouts/_rels/slideLayout10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d27e998100854544" /></Relationships>
</file>

<file path=ppt/slideLayouts/_rels/slideLayout1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0a48260590db4511" /></Relationships>
</file>

<file path=ppt/slideLayouts/_rels/slideLayout12.xml.rels>&#65279;<?xml version="1.0" encoding="utf-8"?><Relationships xmlns="http://schemas.openxmlformats.org/package/2006/relationships"><Relationship Type="http://schemas.openxmlformats.org/officeDocument/2006/relationships/slideMaster" Target="/ppt/slideMasters/slideMaster2.xml" Id="Rf25ac59b2eba4fd1" /></Relationships>
</file>

<file path=ppt/slideLayouts/_rels/slideLayout13.xml.rels>&#65279;<?xml version="1.0" encoding="utf-8"?><Relationships xmlns="http://schemas.openxmlformats.org/package/2006/relationships"><Relationship Type="http://schemas.openxmlformats.org/officeDocument/2006/relationships/slideMaster" Target="/ppt/slideMasters/slideMaster2.xml" Id="Ra59d8727748f4b68" /></Relationships>
</file>

<file path=ppt/slideLayouts/_rels/slideLayout14.xml.rels>&#65279;<?xml version="1.0" encoding="utf-8"?><Relationships xmlns="http://schemas.openxmlformats.org/package/2006/relationships"><Relationship Type="http://schemas.openxmlformats.org/officeDocument/2006/relationships/slideMaster" Target="/ppt/slideMasters/slideMaster2.xml" Id="Ra6a8603c61f14a4d" /></Relationships>
</file>

<file path=ppt/slideLayouts/_rels/slideLayout15.xml.rels>&#65279;<?xml version="1.0" encoding="utf-8"?><Relationships xmlns="http://schemas.openxmlformats.org/package/2006/relationships"><Relationship Type="http://schemas.openxmlformats.org/officeDocument/2006/relationships/slideMaster" Target="/ppt/slideMasters/slideMaster2.xml" Id="R4878ea73fbf64ac0" /></Relationships>
</file>

<file path=ppt/slideLayouts/_rels/slideLayout16.xml.rels>&#65279;<?xml version="1.0" encoding="utf-8"?><Relationships xmlns="http://schemas.openxmlformats.org/package/2006/relationships"><Relationship Type="http://schemas.openxmlformats.org/officeDocument/2006/relationships/slideMaster" Target="/ppt/slideMasters/slideMaster2.xml" Id="R709fb35b0c3744d8" /></Relationships>
</file>

<file path=ppt/slideLayouts/_rels/slideLayout17.xml.rels>&#65279;<?xml version="1.0" encoding="utf-8"?><Relationships xmlns="http://schemas.openxmlformats.org/package/2006/relationships"><Relationship Type="http://schemas.openxmlformats.org/officeDocument/2006/relationships/slideMaster" Target="/ppt/slideMasters/slideMaster2.xml" Id="R9538dc66a7f344c6" /></Relationships>
</file>

<file path=ppt/slideLayouts/_rels/slideLayout18.xml.rels>&#65279;<?xml version="1.0" encoding="utf-8"?><Relationships xmlns="http://schemas.openxmlformats.org/package/2006/relationships"><Relationship Type="http://schemas.openxmlformats.org/officeDocument/2006/relationships/slideMaster" Target="/ppt/slideMasters/slideMaster2.xml" Id="R3055c6ec4277494c" /></Relationships>
</file>

<file path=ppt/slideLayouts/_rels/slideLayout19.xml.rels>&#65279;<?xml version="1.0" encoding="utf-8"?><Relationships xmlns="http://schemas.openxmlformats.org/package/2006/relationships"><Relationship Type="http://schemas.openxmlformats.org/officeDocument/2006/relationships/slideMaster" Target="/ppt/slideMasters/slideMaster2.xml" Id="R8018185610da4a52" /></Relationships>
</file>

<file path=ppt/slideLayouts/_rels/slideLayout20.xml.rels>&#65279;<?xml version="1.0" encoding="utf-8"?><Relationships xmlns="http://schemas.openxmlformats.org/package/2006/relationships"><Relationship Type="http://schemas.openxmlformats.org/officeDocument/2006/relationships/slideMaster" Target="/ppt/slideMasters/slideMaster2.xml" Id="R0d25061a88884793" /></Relationships>
</file>

<file path=ppt/slideLayouts/_rels/slideLayout21.xml.rels>&#65279;<?xml version="1.0" encoding="utf-8"?><Relationships xmlns="http://schemas.openxmlformats.org/package/2006/relationships"><Relationship Type="http://schemas.openxmlformats.org/officeDocument/2006/relationships/slideMaster" Target="/ppt/slideMasters/slideMaster2.xml" Id="R914113c67da947a7" /></Relationships>
</file>

<file path=ppt/slideLayouts/_rels/slideLayout22.xml.rels>&#65279;<?xml version="1.0" encoding="utf-8"?><Relationships xmlns="http://schemas.openxmlformats.org/package/2006/relationships"><Relationship Type="http://schemas.openxmlformats.org/officeDocument/2006/relationships/slideMaster" Target="/ppt/slideMasters/slideMaster2.xml" Id="R04ad2f89f26c4cc8" /></Relationships>
</file>

<file path=ppt/slideLayouts/_rels/slideLayout23.xml.rels>&#65279;<?xml version="1.0" encoding="utf-8"?><Relationships xmlns="http://schemas.openxmlformats.org/package/2006/relationships"><Relationship Type="http://schemas.openxmlformats.org/officeDocument/2006/relationships/slideMaster" Target="/ppt/slideMasters/slideMaster3.xml" Id="Re43e69eb3bf54078" /></Relationships>
</file>

<file path=ppt/slideLayouts/_rels/slideLayout24.xml.rels>&#65279;<?xml version="1.0" encoding="utf-8"?><Relationships xmlns="http://schemas.openxmlformats.org/package/2006/relationships"><Relationship Type="http://schemas.openxmlformats.org/officeDocument/2006/relationships/slideMaster" Target="/ppt/slideMasters/slideMaster3.xml" Id="R89ebdbd6592c470d" /></Relationships>
</file>

<file path=ppt/slideLayouts/_rels/slideLayout25.xml.rels>&#65279;<?xml version="1.0" encoding="utf-8"?><Relationships xmlns="http://schemas.openxmlformats.org/package/2006/relationships"><Relationship Type="http://schemas.openxmlformats.org/officeDocument/2006/relationships/slideMaster" Target="/ppt/slideMasters/slideMaster3.xml" Id="R9d6c5e1577584043" /></Relationships>
</file>

<file path=ppt/slideLayouts/_rels/slideLayout26.xml.rels>&#65279;<?xml version="1.0" encoding="utf-8"?><Relationships xmlns="http://schemas.openxmlformats.org/package/2006/relationships"><Relationship Type="http://schemas.openxmlformats.org/officeDocument/2006/relationships/slideMaster" Target="/ppt/slideMasters/slideMaster3.xml" Id="R2ff9c8cee73645cd" /></Relationships>
</file>

<file path=ppt/slideLayouts/_rels/slideLayout27.xml.rels>&#65279;<?xml version="1.0" encoding="utf-8"?><Relationships xmlns="http://schemas.openxmlformats.org/package/2006/relationships"><Relationship Type="http://schemas.openxmlformats.org/officeDocument/2006/relationships/slideMaster" Target="/ppt/slideMasters/slideMaster3.xml" Id="R3e65ec597ca144bf" /></Relationships>
</file>

<file path=ppt/slideLayouts/_rels/slideLayout28.xml.rels>&#65279;<?xml version="1.0" encoding="utf-8"?><Relationships xmlns="http://schemas.openxmlformats.org/package/2006/relationships"><Relationship Type="http://schemas.openxmlformats.org/officeDocument/2006/relationships/slideMaster" Target="/ppt/slideMasters/slideMaster3.xml" Id="R8c92364446dc482c" /></Relationships>
</file>

<file path=ppt/slideLayouts/_rels/slideLayout29.xml.rels>&#65279;<?xml version="1.0" encoding="utf-8"?><Relationships xmlns="http://schemas.openxmlformats.org/package/2006/relationships"><Relationship Type="http://schemas.openxmlformats.org/officeDocument/2006/relationships/slideMaster" Target="/ppt/slideMasters/slideMaster3.xml" Id="R188ea129772440be" /></Relationships>
</file>

<file path=ppt/slideLayouts/_rels/slideLayout30.xml.rels>&#65279;<?xml version="1.0" encoding="utf-8"?><Relationships xmlns="http://schemas.openxmlformats.org/package/2006/relationships"><Relationship Type="http://schemas.openxmlformats.org/officeDocument/2006/relationships/slideMaster" Target="/ppt/slideMasters/slideMaster3.xml" Id="R36178b429cbf47bd" /></Relationships>
</file>

<file path=ppt/slideLayouts/_rels/slideLayout31.xml.rels>&#65279;<?xml version="1.0" encoding="utf-8"?><Relationships xmlns="http://schemas.openxmlformats.org/package/2006/relationships"><Relationship Type="http://schemas.openxmlformats.org/officeDocument/2006/relationships/slideMaster" Target="/ppt/slideMasters/slideMaster3.xml" Id="Rdf4d80a38aa44d94" /></Relationships>
</file>

<file path=ppt/slideLayouts/_rels/slideLayout32.xml.rels>&#65279;<?xml version="1.0" encoding="utf-8"?><Relationships xmlns="http://schemas.openxmlformats.org/package/2006/relationships"><Relationship Type="http://schemas.openxmlformats.org/officeDocument/2006/relationships/slideMaster" Target="/ppt/slideMasters/slideMaster3.xml" Id="Re5b5fcacff6b4b2c" /></Relationships>
</file>

<file path=ppt/slideLayouts/_rels/slideLayout33.xml.rels>&#65279;<?xml version="1.0" encoding="utf-8"?><Relationships xmlns="http://schemas.openxmlformats.org/package/2006/relationships"><Relationship Type="http://schemas.openxmlformats.org/officeDocument/2006/relationships/slideMaster" Target="/ppt/slideMasters/slideMaster3.xml" Id="R5779a81590b6426b" /></Relationships>
</file>

<file path=ppt/slideLayouts/_rels/slideLayout34.xml.rels>&#65279;<?xml version="1.0" encoding="utf-8"?><Relationships xmlns="http://schemas.openxmlformats.org/package/2006/relationships"><Relationship Type="http://schemas.openxmlformats.org/officeDocument/2006/relationships/slideMaster" Target="/ppt/slideMasters/slideMaster4.xml" Id="R24e5a260ef4e43c7" /></Relationships>
</file>

<file path=ppt/slideLayouts/_rels/slideLayout35.xml.rels>&#65279;<?xml version="1.0" encoding="utf-8"?><Relationships xmlns="http://schemas.openxmlformats.org/package/2006/relationships"><Relationship Type="http://schemas.openxmlformats.org/officeDocument/2006/relationships/slideMaster" Target="/ppt/slideMasters/slideMaster4.xml" Id="Rfcb5f664cac54610" /></Relationships>
</file>

<file path=ppt/slideLayouts/_rels/slideLayout36.xml.rels>&#65279;<?xml version="1.0" encoding="utf-8"?><Relationships xmlns="http://schemas.openxmlformats.org/package/2006/relationships"><Relationship Type="http://schemas.openxmlformats.org/officeDocument/2006/relationships/slideMaster" Target="/ppt/slideMasters/slideMaster4.xml" Id="R720772ce5c45457a" /></Relationships>
</file>

<file path=ppt/slideLayouts/_rels/slideLayout37.xml.rels>&#65279;<?xml version="1.0" encoding="utf-8"?><Relationships xmlns="http://schemas.openxmlformats.org/package/2006/relationships"><Relationship Type="http://schemas.openxmlformats.org/officeDocument/2006/relationships/slideMaster" Target="/ppt/slideMasters/slideMaster4.xml" Id="R270389076e494aff" /></Relationships>
</file>

<file path=ppt/slideLayouts/_rels/slideLayout38.xml.rels>&#65279;<?xml version="1.0" encoding="utf-8"?><Relationships xmlns="http://schemas.openxmlformats.org/package/2006/relationships"><Relationship Type="http://schemas.openxmlformats.org/officeDocument/2006/relationships/slideMaster" Target="/ppt/slideMasters/slideMaster4.xml" Id="R6f166dec7cd343f1" /></Relationships>
</file>

<file path=ppt/slideLayouts/_rels/slideLayout39.xml.rels>&#65279;<?xml version="1.0" encoding="utf-8"?><Relationships xmlns="http://schemas.openxmlformats.org/package/2006/relationships"><Relationship Type="http://schemas.openxmlformats.org/officeDocument/2006/relationships/slideMaster" Target="/ppt/slideMasters/slideMaster4.xml" Id="Re65022c47ee742a7" /></Relationships>
</file>

<file path=ppt/slideLayouts/_rels/slideLayout40.xml.rels>&#65279;<?xml version="1.0" encoding="utf-8"?><Relationships xmlns="http://schemas.openxmlformats.org/package/2006/relationships"><Relationship Type="http://schemas.openxmlformats.org/officeDocument/2006/relationships/slideMaster" Target="/ppt/slideMasters/slideMaster4.xml" Id="Rb82619f87a8f4019" /></Relationships>
</file>

<file path=ppt/slideLayouts/_rels/slideLayout41.xml.rels>&#65279;<?xml version="1.0" encoding="utf-8"?><Relationships xmlns="http://schemas.openxmlformats.org/package/2006/relationships"><Relationship Type="http://schemas.openxmlformats.org/officeDocument/2006/relationships/slideMaster" Target="/ppt/slideMasters/slideMaster4.xml" Id="Ref13cc0b244a48d0" /></Relationships>
</file>

<file path=ppt/slideLayouts/_rels/slideLayout42.xml.rels>&#65279;<?xml version="1.0" encoding="utf-8"?><Relationships xmlns="http://schemas.openxmlformats.org/package/2006/relationships"><Relationship Type="http://schemas.openxmlformats.org/officeDocument/2006/relationships/slideMaster" Target="/ppt/slideMasters/slideMaster4.xml" Id="Re19ae89768014939" /></Relationships>
</file>

<file path=ppt/slideLayouts/_rels/slideLayout43.xml.rels>&#65279;<?xml version="1.0" encoding="utf-8"?><Relationships xmlns="http://schemas.openxmlformats.org/package/2006/relationships"><Relationship Type="http://schemas.openxmlformats.org/officeDocument/2006/relationships/slideMaster" Target="/ppt/slideMasters/slideMaster4.xml" Id="Rfb9b9170d98b4099" /></Relationships>
</file>

<file path=ppt/slideLayouts/_rels/slideLayout44.xml.rels>&#65279;<?xml version="1.0" encoding="utf-8"?><Relationships xmlns="http://schemas.openxmlformats.org/package/2006/relationships"><Relationship Type="http://schemas.openxmlformats.org/officeDocument/2006/relationships/slideMaster" Target="/ppt/slideMasters/slideMaster4.xml" Id="Rd56153920ec8469e" /></Relationships>
</file>

<file path=ppt/slideLayouts/slideLayout1.xml><?xml version="1.0" encoding="utf-8"?>
<p:sldLayout xmlns:p="http://schemas.openxmlformats.org/presentationml/2006/main" preserve="1" userDrawn="1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" name="Picture 3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0ead32450ce4bb1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-1" y="0"/>
            <a:ext cx="30275213" cy="5582653"/>
          </a:xfrm>
          <a:prstGeom xmlns:a="http://schemas.openxmlformats.org/drawingml/2006/main" prst="rect">
            <a:avLst/>
          </a:prstGeom>
        </p:spPr>
      </p:pic>
    </p:spTree>
  </p:cSld>
</p:sldLayout>
</file>

<file path=ppt/slideLayouts/slideLayout2.xml><?xml version="1.0" encoding="utf-8"?>
<p:sldLayout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B6700CE6-EBB3-44D8-8F26-E76C2FAB07EB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513761" y="1714453"/>
            <a:ext cx="27247692" cy="713528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Click to edit Master title style</a:t>
            </a:r>
          </a:p>
        </p:txBody>
      </p:sp>
      <p:sp>
        <p:nvSpPr>
          <p:cNvPr id="3" name="Content Placeholder 2">
            <a:extLst xmlns:a="http://schemas.openxmlformats.org/drawingml/2006/main">
              <a:ext uri="{FF2B5EF4-FFF2-40B4-BE49-F238E27FC236}">
                <a16:creationId xmlns:a16="http://schemas.microsoft.com/office/drawing/2014/main" id="{B11D06EF-5D92-4BF5-AD16-9D2555226BA6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>
          <a:xfrm xmlns:a="http://schemas.openxmlformats.org/drawingml/2006/main">
            <a:off x="1513761" y="9989400"/>
            <a:ext cx="27247692" cy="2825374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</a:p>
        </p:txBody>
      </p:sp>
      <p:sp>
        <p:nvSpPr>
          <p:cNvPr id="4" name="Date Placeholder 3">
            <a:extLst xmlns:a="http://schemas.openxmlformats.org/drawingml/2006/main">
              <a:ext uri="{FF2B5EF4-FFF2-40B4-BE49-F238E27FC236}">
                <a16:creationId xmlns:a16="http://schemas.microsoft.com/office/drawing/2014/main" id="{861771EE-069D-49A6-9210-F424CF8A2687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>
          <a:xfrm xmlns:a="http://schemas.openxmlformats.org/drawingml/2006/main">
            <a:off x="1513761" y="39680106"/>
            <a:ext cx="7064216" cy="2279327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1516A2DB-5E56-684A-96DC-9BEBC5CFD730}" type="datetimeFigureOut">
              <a:t>5/23/2017</a:t>
            </a:fld>
          </a:p>
        </p:txBody>
      </p:sp>
      <p:sp>
        <p:nvSpPr>
          <p:cNvPr id="5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E3C40BDC-B124-464E-8A63-D659812B412C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>
          <a:xfrm xmlns:a="http://schemas.openxmlformats.org/drawingml/2006/main">
            <a:off x="10344031" y="39680106"/>
            <a:ext cx="9587151" cy="2279327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B4B48E74-5547-43D0-820B-4FE0CE46645C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21697236" y="39680106"/>
            <a:ext cx="7064216" cy="2279327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0CB39F1A-5E86-644C-9604-CE1653FC42E0}" type="slidenum">
              <a:t>‹#›</a:t>
            </a:fld>
          </a:p>
        </p:txBody>
      </p:sp>
    </p:spTree>
  </p:cSld>
</p:sldLayout>
</file>

<file path=ppt/slideLayouts/slideLayout3.xml><?xml version="1.0" encoding="utf-8"?>
<p:sldLayout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7F0FA486-F034-4E93-9474-7477C6F02812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2391533" y="27510485"/>
            <a:ext cx="25733931" cy="8502879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anchor="t"/>
          <a:lstStyle xmlns:a="http://schemas.openxmlformats.org/drawingml/2006/main">
            <a:lvl1pPr algn="l">
              <a:buNone/>
              <a:defRPr sz="18300" b="1" cap="all"/>
            </a:lvl1pPr>
          </a:lstStyle>
          <a:p xmlns:a="http://schemas.openxmlformats.org/drawingml/2006/main">
            <a:r>
              <a:t>Click to edit Master title style</a:t>
            </a:r>
          </a:p>
        </p:txBody>
      </p:sp>
      <p:sp>
        <p:nvSpPr>
          <p:cNvPr id="3" name="Text Placeholder 2">
            <a:extLst xmlns:a="http://schemas.openxmlformats.org/drawingml/2006/main">
              <a:ext uri="{FF2B5EF4-FFF2-40B4-BE49-F238E27FC236}">
                <a16:creationId xmlns:a16="http://schemas.microsoft.com/office/drawing/2014/main" id="{B6AC1272-38EC-4FBA-AAAF-C4C82D982E6A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2391533" y="18145428"/>
            <a:ext cx="25733931" cy="9365056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anchor="b"/>
          <a:lstStyle xmlns:a="http://schemas.openxmlformats.org/drawingml/2006/main">
            <a:lvl1pPr marL="0" indent="0">
              <a:buNone/>
              <a:defRPr sz="9100">
                <a:solidFill>
                  <a:schemeClr val="tx1">
                    <a:tint val="75000"/>
                  </a:schemeClr>
                </a:solidFill>
              </a:defRPr>
            </a:lvl1pPr>
            <a:lvl2pPr marL="2088170" indent="0">
              <a:buNone/>
              <a:defRPr sz="8200">
                <a:solidFill>
                  <a:schemeClr val="tx1">
                    <a:tint val="75000"/>
                  </a:schemeClr>
                </a:solidFill>
              </a:defRPr>
            </a:lvl2pPr>
            <a:lvl3pPr marL="4176339" indent="0">
              <a:buNone/>
              <a:defRPr sz="7300">
                <a:solidFill>
                  <a:schemeClr val="tx1">
                    <a:tint val="75000"/>
                  </a:schemeClr>
                </a:solidFill>
              </a:defRPr>
            </a:lvl3pPr>
            <a:lvl4pPr marL="6264509" indent="0">
              <a:buNone/>
              <a:defRPr sz="6400">
                <a:solidFill>
                  <a:schemeClr val="tx1">
                    <a:tint val="75000"/>
                  </a:schemeClr>
                </a:solidFill>
              </a:defRPr>
            </a:lvl4pPr>
            <a:lvl5pPr marL="8352678" indent="0">
              <a:buNone/>
              <a:defRPr sz="6400">
                <a:solidFill>
                  <a:schemeClr val="tx1">
                    <a:tint val="75000"/>
                  </a:schemeClr>
                </a:solidFill>
              </a:defRPr>
            </a:lvl5pPr>
            <a:lvl6pPr marL="10440848" indent="0">
              <a:buNone/>
              <a:defRPr sz="6400">
                <a:solidFill>
                  <a:schemeClr val="tx1">
                    <a:tint val="75000"/>
                  </a:schemeClr>
                </a:solidFill>
              </a:defRPr>
            </a:lvl6pPr>
            <a:lvl7pPr marL="12529017" indent="0">
              <a:buNone/>
              <a:defRPr sz="6400">
                <a:solidFill>
                  <a:schemeClr val="tx1">
                    <a:tint val="75000"/>
                  </a:schemeClr>
                </a:solidFill>
              </a:defRPr>
            </a:lvl7pPr>
            <a:lvl8pPr marL="14617187" indent="0">
              <a:buNone/>
              <a:defRPr sz="6400">
                <a:solidFill>
                  <a:schemeClr val="tx1">
                    <a:tint val="75000"/>
                  </a:schemeClr>
                </a:solidFill>
              </a:defRPr>
            </a:lvl8pPr>
            <a:lvl9pPr marL="16705356" indent="0">
              <a:buNone/>
              <a:defRPr sz="6400">
                <a:solidFill>
                  <a:schemeClr val="tx1">
                    <a:tint val="75000"/>
                  </a:schemeClr>
                </a:solidFill>
              </a:defRPr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</p:txBody>
      </p:sp>
      <p:sp>
        <p:nvSpPr>
          <p:cNvPr id="4" name="Date Placeholder 3">
            <a:extLst xmlns:a="http://schemas.openxmlformats.org/drawingml/2006/main">
              <a:ext uri="{FF2B5EF4-FFF2-40B4-BE49-F238E27FC236}">
                <a16:creationId xmlns:a16="http://schemas.microsoft.com/office/drawing/2014/main" id="{F2EACB41-2E9A-40C2-AE83-5BF1EF1C43D7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>
          <a:xfrm xmlns:a="http://schemas.openxmlformats.org/drawingml/2006/main">
            <a:off x="1513761" y="39680106"/>
            <a:ext cx="7064216" cy="2279327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1516A2DB-5E56-684A-96DC-9BEBC5CFD730}" type="datetimeFigureOut">
              <a:t>5/23/2017</a:t>
            </a:fld>
          </a:p>
        </p:txBody>
      </p:sp>
      <p:sp>
        <p:nvSpPr>
          <p:cNvPr id="5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6DCA29E7-FDF7-4102-AB3C-7C5B4328BD77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>
          <a:xfrm xmlns:a="http://schemas.openxmlformats.org/drawingml/2006/main">
            <a:off x="10344031" y="39680106"/>
            <a:ext cx="9587151" cy="2279327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7E790942-C324-473A-BDAA-CE9BF0A19343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21697236" y="39680106"/>
            <a:ext cx="7064216" cy="2279327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0CB39F1A-5E86-644C-9604-CE1653FC42E0}" type="slidenum">
              <a:t>‹#›</a:t>
            </a:fld>
          </a:p>
        </p:txBody>
      </p:sp>
    </p:spTree>
  </p:cSld>
</p:sldLayout>
</file>

<file path=ppt/slideLayouts/slideLayout4.xml><?xml version="1.0" encoding="utf-8"?>
<p:sldLayout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758D3FCB-BCA5-424D-9EDA-4765458E95CE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513761" y="1714453"/>
            <a:ext cx="27247692" cy="713528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Click to edit Master title style</a:t>
            </a:r>
          </a:p>
        </p:txBody>
      </p:sp>
      <p:sp>
        <p:nvSpPr>
          <p:cNvPr id="3" name="Content Placeholder 2">
            <a:extLst xmlns:a="http://schemas.openxmlformats.org/drawingml/2006/main">
              <a:ext uri="{FF2B5EF4-FFF2-40B4-BE49-F238E27FC236}">
                <a16:creationId xmlns:a16="http://schemas.microsoft.com/office/drawing/2014/main" id="{94814012-DB5D-4BE5-A41C-476683FED09D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>
          <a:xfrm xmlns:a="http://schemas.openxmlformats.org/drawingml/2006/main">
            <a:off x="5014332" y="62364364"/>
            <a:ext cx="44850417" cy="176370327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 sz="12800"/>
            </a:lvl1pPr>
            <a:lvl2pPr>
              <a:buNone/>
              <a:defRPr sz="11000"/>
            </a:lvl2pPr>
            <a:lvl3pPr>
              <a:buNone/>
              <a:defRPr sz="9100"/>
            </a:lvl3pPr>
            <a:lvl4pPr>
              <a:buNone/>
              <a:defRPr sz="8200"/>
            </a:lvl4pPr>
            <a:lvl5pPr>
              <a:buNone/>
              <a:defRPr sz="8200"/>
            </a:lvl5pPr>
            <a:lvl6pPr>
              <a:buNone/>
              <a:defRPr sz="8200"/>
            </a:lvl6pPr>
            <a:lvl7pPr>
              <a:buNone/>
              <a:defRPr sz="8200"/>
            </a:lvl7pPr>
            <a:lvl8pPr>
              <a:buNone/>
              <a:defRPr sz="8200"/>
            </a:lvl8pPr>
            <a:lvl9pPr>
              <a:buNone/>
              <a:defRPr sz="8200"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</a:p>
        </p:txBody>
      </p:sp>
      <p:sp>
        <p:nvSpPr>
          <p:cNvPr id="4" name="Content Placeholder 3">
            <a:extLst xmlns:a="http://schemas.openxmlformats.org/drawingml/2006/main">
              <a:ext uri="{FF2B5EF4-FFF2-40B4-BE49-F238E27FC236}">
                <a16:creationId xmlns:a16="http://schemas.microsoft.com/office/drawing/2014/main" id="{7EC240FD-1DDC-470C-9830-8D3309698940}"/>
              </a:ext>
            </a:extLst>
          </p:cNvPr>
          <p:cNvSpPr>
            <a:spLocks xmlns:a="http://schemas.openxmlformats.org/drawingml/2006/main" noGrp="1"/>
          </p:cNvSpPr>
          <p:nvPr>
            <p:ph idx="2"/>
          </p:nvPr>
        </p:nvSpPr>
        <p:spPr>
          <a:xfrm xmlns:a="http://schemas.openxmlformats.org/drawingml/2006/main">
            <a:off x="50369338" y="62364364"/>
            <a:ext cx="44855671" cy="176370327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 sz="12800"/>
            </a:lvl1pPr>
            <a:lvl2pPr>
              <a:buNone/>
              <a:defRPr sz="11000"/>
            </a:lvl2pPr>
            <a:lvl3pPr>
              <a:buNone/>
              <a:defRPr sz="9100"/>
            </a:lvl3pPr>
            <a:lvl4pPr>
              <a:buNone/>
              <a:defRPr sz="8200"/>
            </a:lvl4pPr>
            <a:lvl5pPr>
              <a:buNone/>
              <a:defRPr sz="8200"/>
            </a:lvl5pPr>
            <a:lvl6pPr>
              <a:buNone/>
              <a:defRPr sz="8200"/>
            </a:lvl6pPr>
            <a:lvl7pPr>
              <a:buNone/>
              <a:defRPr sz="8200"/>
            </a:lvl7pPr>
            <a:lvl8pPr>
              <a:buNone/>
              <a:defRPr sz="8200"/>
            </a:lvl8pPr>
            <a:lvl9pPr>
              <a:buNone/>
              <a:defRPr sz="8200"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</a:p>
        </p:txBody>
      </p:sp>
      <p:sp>
        <p:nvSpPr>
          <p:cNvPr id="5" name="Date Placeholder 4">
            <a:extLst xmlns:a="http://schemas.openxmlformats.org/drawingml/2006/main">
              <a:ext uri="{FF2B5EF4-FFF2-40B4-BE49-F238E27FC236}">
                <a16:creationId xmlns:a16="http://schemas.microsoft.com/office/drawing/2014/main" id="{BE8C335C-BAAC-4407-9CCA-92C4A22A7828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>
          <a:xfrm xmlns:a="http://schemas.openxmlformats.org/drawingml/2006/main">
            <a:off x="1513761" y="39680106"/>
            <a:ext cx="7064216" cy="2279327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1516A2DB-5E56-684A-96DC-9BEBC5CFD730}" type="datetimeFigureOut">
              <a:t>5/23/2017</a:t>
            </a:fld>
          </a:p>
        </p:txBody>
      </p:sp>
      <p:sp>
        <p:nvSpPr>
          <p:cNvPr id="6" name="Footer Placeholder 5">
            <a:extLst xmlns:a="http://schemas.openxmlformats.org/drawingml/2006/main">
              <a:ext uri="{FF2B5EF4-FFF2-40B4-BE49-F238E27FC236}">
                <a16:creationId xmlns:a16="http://schemas.microsoft.com/office/drawing/2014/main" id="{E5113394-0045-4565-B3F1-EF44FA9F4FED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>
          <a:xfrm xmlns:a="http://schemas.openxmlformats.org/drawingml/2006/main">
            <a:off x="10344031" y="39680106"/>
            <a:ext cx="9587151" cy="2279327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 6">
            <a:extLst xmlns:a="http://schemas.openxmlformats.org/drawingml/2006/main">
              <a:ext uri="{FF2B5EF4-FFF2-40B4-BE49-F238E27FC236}">
                <a16:creationId xmlns:a16="http://schemas.microsoft.com/office/drawing/2014/main" id="{EF611F72-7A8C-4EB5-9E02-28CCE964B091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21697236" y="39680106"/>
            <a:ext cx="7064216" cy="2279327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0CB39F1A-5E86-644C-9604-CE1653FC42E0}" type="slidenum">
              <a:t>‹#›</a:t>
            </a:fld>
          </a:p>
        </p:txBody>
      </p:sp>
    </p:spTree>
  </p:cSld>
</p:sldLayout>
</file>

<file path=ppt/slideLayouts/slideLayout5.xml><?xml version="1.0" encoding="utf-8"?>
<p:sldLayout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3A9EDB0D-CB70-4C0F-AFD3-E914CC6FA2C7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513761" y="1714453"/>
            <a:ext cx="27247692" cy="713528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/>
            </a:lvl1pPr>
          </a:lstStyle>
          <a:p xmlns:a="http://schemas.openxmlformats.org/drawingml/2006/main">
            <a:r>
              <a:t>Click to edit Master title style</a:t>
            </a:r>
          </a:p>
        </p:txBody>
      </p:sp>
      <p:sp>
        <p:nvSpPr>
          <p:cNvPr id="3" name="Text Placeholder 2">
            <a:extLst xmlns:a="http://schemas.openxmlformats.org/drawingml/2006/main">
              <a:ext uri="{FF2B5EF4-FFF2-40B4-BE49-F238E27FC236}">
                <a16:creationId xmlns:a16="http://schemas.microsoft.com/office/drawing/2014/main" id="{8E6D267F-AB9D-47B8-ACBA-565CB5467B6F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1513761" y="9583085"/>
            <a:ext cx="13376810" cy="399377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anchor="b"/>
          <a:lstStyle xmlns:a="http://schemas.openxmlformats.org/drawingml/2006/main">
            <a:lvl1pPr marL="0" indent="0">
              <a:buNone/>
              <a:defRPr sz="11000" b="1"/>
            </a:lvl1pPr>
            <a:lvl2pPr marL="2088170" indent="0">
              <a:buNone/>
              <a:defRPr sz="9100" b="1"/>
            </a:lvl2pPr>
            <a:lvl3pPr marL="4176339" indent="0">
              <a:buNone/>
              <a:defRPr sz="8200" b="1"/>
            </a:lvl3pPr>
            <a:lvl4pPr marL="6264509" indent="0">
              <a:buNone/>
              <a:defRPr sz="7300" b="1"/>
            </a:lvl4pPr>
            <a:lvl5pPr marL="8352678" indent="0">
              <a:buNone/>
              <a:defRPr sz="7300" b="1"/>
            </a:lvl5pPr>
            <a:lvl6pPr marL="10440848" indent="0">
              <a:buNone/>
              <a:defRPr sz="7300" b="1"/>
            </a:lvl6pPr>
            <a:lvl7pPr marL="12529017" indent="0">
              <a:buNone/>
              <a:defRPr sz="7300" b="1"/>
            </a:lvl7pPr>
            <a:lvl8pPr marL="14617187" indent="0">
              <a:buNone/>
              <a:defRPr sz="7300" b="1"/>
            </a:lvl8pPr>
            <a:lvl9pPr marL="16705356" indent="0">
              <a:buNone/>
              <a:defRPr sz="7300" b="1"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</p:txBody>
      </p:sp>
      <p:sp>
        <p:nvSpPr>
          <p:cNvPr id="4" name="Content Placeholder 3">
            <a:extLst xmlns:a="http://schemas.openxmlformats.org/drawingml/2006/main">
              <a:ext uri="{FF2B5EF4-FFF2-40B4-BE49-F238E27FC236}">
                <a16:creationId xmlns:a16="http://schemas.microsoft.com/office/drawing/2014/main" id="{8C4832EB-3F23-4016-AF5B-C9B2A31783CB}"/>
              </a:ext>
            </a:extLst>
          </p:cNvPr>
          <p:cNvSpPr>
            <a:spLocks xmlns:a="http://schemas.openxmlformats.org/drawingml/2006/main" noGrp="1"/>
          </p:cNvSpPr>
          <p:nvPr>
            <p:ph idx="2"/>
          </p:nvPr>
        </p:nvSpPr>
        <p:spPr>
          <a:xfrm xmlns:a="http://schemas.openxmlformats.org/drawingml/2006/main">
            <a:off x="1513761" y="13576859"/>
            <a:ext cx="13376810" cy="24666281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 sz="11000"/>
            </a:lvl1pPr>
            <a:lvl2pPr>
              <a:buNone/>
              <a:defRPr sz="9100"/>
            </a:lvl2pPr>
            <a:lvl3pPr>
              <a:buNone/>
              <a:defRPr sz="8200"/>
            </a:lvl3pPr>
            <a:lvl4pPr>
              <a:buNone/>
              <a:defRPr sz="7300"/>
            </a:lvl4pPr>
            <a:lvl5pPr>
              <a:buNone/>
              <a:defRPr sz="7300"/>
            </a:lvl5pPr>
            <a:lvl6pPr>
              <a:buNone/>
              <a:defRPr sz="7300"/>
            </a:lvl6pPr>
            <a:lvl7pPr>
              <a:buNone/>
              <a:defRPr sz="7300"/>
            </a:lvl7pPr>
            <a:lvl8pPr>
              <a:buNone/>
              <a:defRPr sz="7300"/>
            </a:lvl8pPr>
            <a:lvl9pPr>
              <a:buNone/>
              <a:defRPr sz="7300"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</a:p>
        </p:txBody>
      </p:sp>
      <p:sp>
        <p:nvSpPr>
          <p:cNvPr id="5" name="Text Placeholder 4">
            <a:extLst xmlns:a="http://schemas.openxmlformats.org/drawingml/2006/main">
              <a:ext uri="{FF2B5EF4-FFF2-40B4-BE49-F238E27FC236}">
                <a16:creationId xmlns:a16="http://schemas.microsoft.com/office/drawing/2014/main" id="{0D41E574-1D5D-47D3-8558-C7FF31D026B0}"/>
              </a:ext>
            </a:extLst>
          </p:cNvPr>
          <p:cNvSpPr>
            <a:spLocks xmlns:a="http://schemas.openxmlformats.org/drawingml/2006/main" noGrp="1"/>
          </p:cNvSpPr>
          <p:nvPr>
            <p:ph type="body" idx="3"/>
          </p:nvPr>
        </p:nvSpPr>
        <p:spPr>
          <a:xfrm xmlns:a="http://schemas.openxmlformats.org/drawingml/2006/main">
            <a:off x="15379389" y="9583085"/>
            <a:ext cx="13382065" cy="399377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anchor="b"/>
          <a:lstStyle xmlns:a="http://schemas.openxmlformats.org/drawingml/2006/main">
            <a:lvl1pPr marL="0" indent="0">
              <a:buNone/>
              <a:defRPr sz="11000" b="1"/>
            </a:lvl1pPr>
            <a:lvl2pPr marL="2088170" indent="0">
              <a:buNone/>
              <a:defRPr sz="9100" b="1"/>
            </a:lvl2pPr>
            <a:lvl3pPr marL="4176339" indent="0">
              <a:buNone/>
              <a:defRPr sz="8200" b="1"/>
            </a:lvl3pPr>
            <a:lvl4pPr marL="6264509" indent="0">
              <a:buNone/>
              <a:defRPr sz="7300" b="1"/>
            </a:lvl4pPr>
            <a:lvl5pPr marL="8352678" indent="0">
              <a:buNone/>
              <a:defRPr sz="7300" b="1"/>
            </a:lvl5pPr>
            <a:lvl6pPr marL="10440848" indent="0">
              <a:buNone/>
              <a:defRPr sz="7300" b="1"/>
            </a:lvl6pPr>
            <a:lvl7pPr marL="12529017" indent="0">
              <a:buNone/>
              <a:defRPr sz="7300" b="1"/>
            </a:lvl7pPr>
            <a:lvl8pPr marL="14617187" indent="0">
              <a:buNone/>
              <a:defRPr sz="7300" b="1"/>
            </a:lvl8pPr>
            <a:lvl9pPr marL="16705356" indent="0">
              <a:buNone/>
              <a:defRPr sz="7300" b="1"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</p:txBody>
      </p:sp>
      <p:sp>
        <p:nvSpPr>
          <p:cNvPr id="6" name="Content Placeholder 5">
            <a:extLst xmlns:a="http://schemas.openxmlformats.org/drawingml/2006/main">
              <a:ext uri="{FF2B5EF4-FFF2-40B4-BE49-F238E27FC236}">
                <a16:creationId xmlns:a16="http://schemas.microsoft.com/office/drawing/2014/main" id="{EAC1FFDC-4C1B-4584-A5C9-B86E6FF9DC40}"/>
              </a:ext>
            </a:extLst>
          </p:cNvPr>
          <p:cNvSpPr>
            <a:spLocks xmlns:a="http://schemas.openxmlformats.org/drawingml/2006/main" noGrp="1"/>
          </p:cNvSpPr>
          <p:nvPr>
            <p:ph idx="4"/>
          </p:nvPr>
        </p:nvSpPr>
        <p:spPr>
          <a:xfrm xmlns:a="http://schemas.openxmlformats.org/drawingml/2006/main">
            <a:off x="15379389" y="13576859"/>
            <a:ext cx="13382065" cy="24666281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 sz="11000"/>
            </a:lvl1pPr>
            <a:lvl2pPr>
              <a:buNone/>
              <a:defRPr sz="9100"/>
            </a:lvl2pPr>
            <a:lvl3pPr>
              <a:buNone/>
              <a:defRPr sz="8200"/>
            </a:lvl3pPr>
            <a:lvl4pPr>
              <a:buNone/>
              <a:defRPr sz="7300"/>
            </a:lvl4pPr>
            <a:lvl5pPr>
              <a:buNone/>
              <a:defRPr sz="7300"/>
            </a:lvl5pPr>
            <a:lvl6pPr>
              <a:buNone/>
              <a:defRPr sz="7300"/>
            </a:lvl6pPr>
            <a:lvl7pPr>
              <a:buNone/>
              <a:defRPr sz="7300"/>
            </a:lvl7pPr>
            <a:lvl8pPr>
              <a:buNone/>
              <a:defRPr sz="7300"/>
            </a:lvl8pPr>
            <a:lvl9pPr>
              <a:buNone/>
              <a:defRPr sz="7300"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</a:p>
        </p:txBody>
      </p:sp>
      <p:sp>
        <p:nvSpPr>
          <p:cNvPr id="7" name="Date Placeholder 6">
            <a:extLst xmlns:a="http://schemas.openxmlformats.org/drawingml/2006/main">
              <a:ext uri="{FF2B5EF4-FFF2-40B4-BE49-F238E27FC236}">
                <a16:creationId xmlns:a16="http://schemas.microsoft.com/office/drawing/2014/main" id="{96C38805-42ED-4F6A-AD13-26D5E461CE48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>
          <a:xfrm xmlns:a="http://schemas.openxmlformats.org/drawingml/2006/main">
            <a:off x="1513761" y="39680106"/>
            <a:ext cx="7064216" cy="2279327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1516A2DB-5E56-684A-96DC-9BEBC5CFD730}" type="datetimeFigureOut">
              <a:t>5/23/2017</a:t>
            </a:fld>
          </a:p>
        </p:txBody>
      </p:sp>
      <p:sp>
        <p:nvSpPr>
          <p:cNvPr id="8" name="Footer Placeholder 7">
            <a:extLst xmlns:a="http://schemas.openxmlformats.org/drawingml/2006/main">
              <a:ext uri="{FF2B5EF4-FFF2-40B4-BE49-F238E27FC236}">
                <a16:creationId xmlns:a16="http://schemas.microsoft.com/office/drawing/2014/main" id="{3E21F87D-0164-4E20-A281-5AD62B0657E5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>
          <a:xfrm xmlns:a="http://schemas.openxmlformats.org/drawingml/2006/main">
            <a:off x="10344031" y="39680106"/>
            <a:ext cx="9587151" cy="2279327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9" name="Slide Number Placeholder 8">
            <a:extLst xmlns:a="http://schemas.openxmlformats.org/drawingml/2006/main">
              <a:ext uri="{FF2B5EF4-FFF2-40B4-BE49-F238E27FC236}">
                <a16:creationId xmlns:a16="http://schemas.microsoft.com/office/drawing/2014/main" id="{1EB890D3-B7EB-4F40-B80C-77FAA0F4408A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21697236" y="39680106"/>
            <a:ext cx="7064216" cy="2279327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0CB39F1A-5E86-644C-9604-CE1653FC42E0}" type="slidenum">
              <a:t>‹#›</a:t>
            </a:fld>
          </a:p>
        </p:txBody>
      </p:sp>
    </p:spTree>
  </p:cSld>
</p:sldLayout>
</file>

<file path=ppt/slideLayouts/slideLayout6.xml><?xml version="1.0" encoding="utf-8"?>
<p:sldLayout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6A09AC97-E305-42C2-B37A-791A59DE6C46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513761" y="1714453"/>
            <a:ext cx="27247692" cy="713528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Click to edit Master title style</a:t>
            </a:r>
          </a:p>
        </p:txBody>
      </p:sp>
      <p:sp>
        <p:nvSpPr>
          <p:cNvPr id="3" name="Date Placeholder 2">
            <a:extLst xmlns:a="http://schemas.openxmlformats.org/drawingml/2006/main">
              <a:ext uri="{FF2B5EF4-FFF2-40B4-BE49-F238E27FC236}">
                <a16:creationId xmlns:a16="http://schemas.microsoft.com/office/drawing/2014/main" id="{B2ECC864-2FF2-4766-805A-71D32BB5686F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>
          <a:xfrm xmlns:a="http://schemas.openxmlformats.org/drawingml/2006/main">
            <a:off x="1513761" y="39680106"/>
            <a:ext cx="7064216" cy="2279327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1516A2DB-5E56-684A-96DC-9BEBC5CFD730}" type="datetimeFigureOut">
              <a:t>5/23/2017</a:t>
            </a:fld>
          </a:p>
        </p:txBody>
      </p:sp>
      <p:sp>
        <p:nvSpPr>
          <p:cNvPr id="4" name="Footer Placeholder 3">
            <a:extLst xmlns:a="http://schemas.openxmlformats.org/drawingml/2006/main">
              <a:ext uri="{FF2B5EF4-FFF2-40B4-BE49-F238E27FC236}">
                <a16:creationId xmlns:a16="http://schemas.microsoft.com/office/drawing/2014/main" id="{3B9A50CC-1DC1-4866-AEAE-48BD852ADD0C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>
          <a:xfrm xmlns:a="http://schemas.openxmlformats.org/drawingml/2006/main">
            <a:off x="10344031" y="39680106"/>
            <a:ext cx="9587151" cy="2279327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Slide Number Placeholder 4">
            <a:extLst xmlns:a="http://schemas.openxmlformats.org/drawingml/2006/main">
              <a:ext uri="{FF2B5EF4-FFF2-40B4-BE49-F238E27FC236}">
                <a16:creationId xmlns:a16="http://schemas.microsoft.com/office/drawing/2014/main" id="{C13C41C3-F491-411D-88D3-A0EC33D4A371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21697236" y="39680106"/>
            <a:ext cx="7064216" cy="2279327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0CB39F1A-5E86-644C-9604-CE1653FC42E0}" type="slidenum">
              <a:t>‹#›</a:t>
            </a:fld>
          </a:p>
        </p:txBody>
      </p:sp>
    </p:spTree>
  </p:cSld>
</p:sldLayout>
</file>

<file path=ppt/slideLayouts/slideLayout7.xml><?xml version="1.0" encoding="utf-8"?>
<p:sldLayout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Date Placeholder 1">
            <a:extLst xmlns:a="http://schemas.openxmlformats.org/drawingml/2006/main">
              <a:ext uri="{FF2B5EF4-FFF2-40B4-BE49-F238E27FC236}">
                <a16:creationId xmlns:a16="http://schemas.microsoft.com/office/drawing/2014/main" id="{F9436623-1C06-44AF-A57B-C6E049AD25B3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>
          <a:xfrm xmlns:a="http://schemas.openxmlformats.org/drawingml/2006/main">
            <a:off x="1513761" y="39680106"/>
            <a:ext cx="7064216" cy="2279327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1516A2DB-5E56-684A-96DC-9BEBC5CFD730}" type="datetimeFigureOut">
              <a:t>5/23/2017</a:t>
            </a:fld>
          </a:p>
        </p:txBody>
      </p:sp>
      <p:sp>
        <p:nvSpPr>
          <p:cNvPr id="3" name="Footer Placeholder 2">
            <a:extLst xmlns:a="http://schemas.openxmlformats.org/drawingml/2006/main">
              <a:ext uri="{FF2B5EF4-FFF2-40B4-BE49-F238E27FC236}">
                <a16:creationId xmlns:a16="http://schemas.microsoft.com/office/drawing/2014/main" id="{8A506FB6-A67E-4CD6-B05D-A2519C8C1988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>
          <a:xfrm xmlns:a="http://schemas.openxmlformats.org/drawingml/2006/main">
            <a:off x="10344031" y="39680106"/>
            <a:ext cx="9587151" cy="2279327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>
            <a:extLst xmlns:a="http://schemas.openxmlformats.org/drawingml/2006/main">
              <a:ext uri="{FF2B5EF4-FFF2-40B4-BE49-F238E27FC236}">
                <a16:creationId xmlns:a16="http://schemas.microsoft.com/office/drawing/2014/main" id="{A3EF7E38-6828-4EC6-8447-1B8A9C8105C6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21697236" y="39680106"/>
            <a:ext cx="7064216" cy="2279327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0CB39F1A-5E86-644C-9604-CE1653FC42E0}" type="slidenum">
              <a:t>‹#›</a:t>
            </a:fld>
          </a:p>
        </p:txBody>
      </p:sp>
    </p:spTree>
  </p:cSld>
</p:sldLayout>
</file>

<file path=ppt/slideLayouts/slideLayout8.xml><?xml version="1.0" encoding="utf-8"?>
<p:sldLayout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7B1A6CAB-2E0D-4480-B874-14D8612DC68B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513763" y="1704540"/>
            <a:ext cx="9960336" cy="725420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anchor="b"/>
          <a:lstStyle xmlns:a="http://schemas.openxmlformats.org/drawingml/2006/main">
            <a:lvl1pPr algn="l">
              <a:buNone/>
              <a:defRPr sz="9100" b="1"/>
            </a:lvl1pPr>
          </a:lstStyle>
          <a:p xmlns:a="http://schemas.openxmlformats.org/drawingml/2006/main">
            <a:r>
              <a:t>Click to edit Master title style</a:t>
            </a:r>
          </a:p>
        </p:txBody>
      </p:sp>
      <p:sp>
        <p:nvSpPr>
          <p:cNvPr id="3" name="Content Placeholder 2">
            <a:extLst xmlns:a="http://schemas.openxmlformats.org/drawingml/2006/main">
              <a:ext uri="{FF2B5EF4-FFF2-40B4-BE49-F238E27FC236}">
                <a16:creationId xmlns:a16="http://schemas.microsoft.com/office/drawing/2014/main" id="{356072E9-5F6B-425E-A591-E3743316EC5F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>
          <a:xfrm xmlns:a="http://schemas.openxmlformats.org/drawingml/2006/main">
            <a:off x="11836767" y="1704543"/>
            <a:ext cx="16924685" cy="3653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 sz="14600"/>
            </a:lvl1pPr>
            <a:lvl2pPr>
              <a:buNone/>
              <a:defRPr sz="12800"/>
            </a:lvl2pPr>
            <a:lvl3pPr>
              <a:buNone/>
              <a:defRPr sz="11000"/>
            </a:lvl3pPr>
            <a:lvl4pPr>
              <a:buNone/>
              <a:defRPr sz="9100"/>
            </a:lvl4pPr>
            <a:lvl5pPr>
              <a:buNone/>
              <a:defRPr sz="9100"/>
            </a:lvl5pPr>
            <a:lvl6pPr>
              <a:buNone/>
              <a:defRPr sz="9100"/>
            </a:lvl6pPr>
            <a:lvl7pPr>
              <a:buNone/>
              <a:defRPr sz="9100"/>
            </a:lvl7pPr>
            <a:lvl8pPr>
              <a:buNone/>
              <a:defRPr sz="9100"/>
            </a:lvl8pPr>
            <a:lvl9pPr>
              <a:buNone/>
              <a:defRPr sz="9100"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</a:p>
        </p:txBody>
      </p:sp>
      <p:sp>
        <p:nvSpPr>
          <p:cNvPr id="4" name="Text Placeholder 3">
            <a:extLst xmlns:a="http://schemas.openxmlformats.org/drawingml/2006/main">
              <a:ext uri="{FF2B5EF4-FFF2-40B4-BE49-F238E27FC236}">
                <a16:creationId xmlns:a16="http://schemas.microsoft.com/office/drawing/2014/main" id="{F2DCBDCF-A56F-49E7-95DC-2BA1C8242EA9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1513763" y="8958748"/>
            <a:ext cx="9960336" cy="2928439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>
            <a:lvl1pPr marL="0" indent="0">
              <a:buNone/>
              <a:defRPr sz="6400"/>
            </a:lvl1pPr>
            <a:lvl2pPr marL="2088170" indent="0">
              <a:buNone/>
              <a:defRPr sz="5500"/>
            </a:lvl2pPr>
            <a:lvl3pPr marL="4176339" indent="0">
              <a:buNone/>
              <a:defRPr sz="4600"/>
            </a:lvl3pPr>
            <a:lvl4pPr marL="6264509" indent="0">
              <a:buNone/>
              <a:defRPr sz="4100"/>
            </a:lvl4pPr>
            <a:lvl5pPr marL="8352678" indent="0">
              <a:buNone/>
              <a:defRPr sz="4100"/>
            </a:lvl5pPr>
            <a:lvl6pPr marL="10440848" indent="0">
              <a:buNone/>
              <a:defRPr sz="4100"/>
            </a:lvl6pPr>
            <a:lvl7pPr marL="12529017" indent="0">
              <a:buNone/>
              <a:defRPr sz="4100"/>
            </a:lvl7pPr>
            <a:lvl8pPr marL="14617187" indent="0">
              <a:buNone/>
              <a:defRPr sz="4100"/>
            </a:lvl8pPr>
            <a:lvl9pPr marL="16705356" indent="0">
              <a:buNone/>
              <a:defRPr sz="4100"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</p:txBody>
      </p:sp>
      <p:sp>
        <p:nvSpPr>
          <p:cNvPr id="5" name="Date Placeholder 4">
            <a:extLst xmlns:a="http://schemas.openxmlformats.org/drawingml/2006/main">
              <a:ext uri="{FF2B5EF4-FFF2-40B4-BE49-F238E27FC236}">
                <a16:creationId xmlns:a16="http://schemas.microsoft.com/office/drawing/2014/main" id="{6C92B38D-16AC-4C22-8671-42D84F73A091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>
          <a:xfrm xmlns:a="http://schemas.openxmlformats.org/drawingml/2006/main">
            <a:off x="1513761" y="39680106"/>
            <a:ext cx="7064216" cy="2279327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1516A2DB-5E56-684A-96DC-9BEBC5CFD730}" type="datetimeFigureOut">
              <a:t>5/23/2017</a:t>
            </a:fld>
          </a:p>
        </p:txBody>
      </p:sp>
      <p:sp>
        <p:nvSpPr>
          <p:cNvPr id="6" name="Footer Placeholder 5">
            <a:extLst xmlns:a="http://schemas.openxmlformats.org/drawingml/2006/main">
              <a:ext uri="{FF2B5EF4-FFF2-40B4-BE49-F238E27FC236}">
                <a16:creationId xmlns:a16="http://schemas.microsoft.com/office/drawing/2014/main" id="{2B75696B-B44F-475B-A606-BA68DAA2191B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>
          <a:xfrm xmlns:a="http://schemas.openxmlformats.org/drawingml/2006/main">
            <a:off x="10344031" y="39680106"/>
            <a:ext cx="9587151" cy="2279327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 6">
            <a:extLst xmlns:a="http://schemas.openxmlformats.org/drawingml/2006/main">
              <a:ext uri="{FF2B5EF4-FFF2-40B4-BE49-F238E27FC236}">
                <a16:creationId xmlns:a16="http://schemas.microsoft.com/office/drawing/2014/main" id="{2E8D14F0-BCC6-4C47-8822-B17AB5269E36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21697236" y="39680106"/>
            <a:ext cx="7064216" cy="2279327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0CB39F1A-5E86-644C-9604-CE1653FC42E0}" type="slidenum">
              <a:t>‹#›</a:t>
            </a:fld>
          </a:p>
        </p:txBody>
      </p:sp>
    </p:spTree>
  </p:cSld>
</p:sldLayout>
</file>

<file path=ppt/slideLayouts/slideLayout9.xml><?xml version="1.0" encoding="utf-8"?>
<p:sldLayout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582C70C5-0290-4FA0-B5C1-A620422B6D1D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5934154" y="29968190"/>
            <a:ext cx="18165128" cy="353791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anchor="b"/>
          <a:lstStyle xmlns:a="http://schemas.openxmlformats.org/drawingml/2006/main">
            <a:lvl1pPr algn="l">
              <a:buNone/>
              <a:defRPr sz="9100" b="1"/>
            </a:lvl1pPr>
          </a:lstStyle>
          <a:p xmlns:a="http://schemas.openxmlformats.org/drawingml/2006/main">
            <a:r>
              <a:t>Click to edit Master title style</a:t>
            </a:r>
          </a:p>
        </p:txBody>
      </p:sp>
      <p:sp>
        <p:nvSpPr>
          <p:cNvPr id="3" name="Picture Placeholder 2">
            <a:extLst xmlns:a="http://schemas.openxmlformats.org/drawingml/2006/main">
              <a:ext uri="{FF2B5EF4-FFF2-40B4-BE49-F238E27FC236}">
                <a16:creationId xmlns:a16="http://schemas.microsoft.com/office/drawing/2014/main" id="{5AE57890-B409-4DAC-8D24-B3372D69A226}"/>
              </a:ext>
            </a:extLst>
          </p:cNvPr>
          <p:cNvSpPr>
            <a:spLocks xmlns:a="http://schemas.openxmlformats.org/drawingml/2006/main" noGrp="1"/>
          </p:cNvSpPr>
          <p:nvPr>
            <p:ph type="pic" idx="1"/>
          </p:nvPr>
        </p:nvSpPr>
        <p:spPr>
          <a:xfrm xmlns:a="http://schemas.openxmlformats.org/drawingml/2006/main">
            <a:off x="5934154" y="3825305"/>
            <a:ext cx="18165128" cy="2568702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>
            <a:lvl1pPr marL="0" indent="0">
              <a:buNone/>
              <a:defRPr sz="14600"/>
            </a:lvl1pPr>
            <a:lvl2pPr marL="2088170" indent="0">
              <a:buNone/>
              <a:defRPr sz="12800"/>
            </a:lvl2pPr>
            <a:lvl3pPr marL="4176339" indent="0">
              <a:buNone/>
              <a:defRPr sz="11000"/>
            </a:lvl3pPr>
            <a:lvl4pPr marL="6264509" indent="0">
              <a:buNone/>
              <a:defRPr sz="9100"/>
            </a:lvl4pPr>
            <a:lvl5pPr marL="8352678" indent="0">
              <a:buNone/>
              <a:defRPr sz="9100"/>
            </a:lvl5pPr>
            <a:lvl6pPr marL="10440848" indent="0">
              <a:buNone/>
              <a:defRPr sz="9100"/>
            </a:lvl6pPr>
            <a:lvl7pPr marL="12529017" indent="0">
              <a:buNone/>
              <a:defRPr sz="9100"/>
            </a:lvl7pPr>
            <a:lvl8pPr marL="14617187" indent="0">
              <a:buNone/>
              <a:defRPr sz="9100"/>
            </a:lvl8pPr>
            <a:lvl9pPr marL="16705356" indent="0">
              <a:buNone/>
              <a:defRPr sz="9100"/>
            </a:lvl9pPr>
          </a:lstStyle>
          <a:p xmlns:a="http://schemas.openxmlformats.org/drawingml/2006/main"/>
        </p:txBody>
      </p:sp>
      <p:sp>
        <p:nvSpPr>
          <p:cNvPr id="4" name="Text Placeholder 3">
            <a:extLst xmlns:a="http://schemas.openxmlformats.org/drawingml/2006/main">
              <a:ext uri="{FF2B5EF4-FFF2-40B4-BE49-F238E27FC236}">
                <a16:creationId xmlns:a16="http://schemas.microsoft.com/office/drawing/2014/main" id="{B4D1027B-CFB3-426C-9B31-88037D63972A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5934154" y="33506104"/>
            <a:ext cx="18165128" cy="5024426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>
            <a:lvl1pPr marL="0" indent="0">
              <a:buNone/>
              <a:defRPr sz="6400"/>
            </a:lvl1pPr>
            <a:lvl2pPr marL="2088170" indent="0">
              <a:buNone/>
              <a:defRPr sz="5500"/>
            </a:lvl2pPr>
            <a:lvl3pPr marL="4176339" indent="0">
              <a:buNone/>
              <a:defRPr sz="4600"/>
            </a:lvl3pPr>
            <a:lvl4pPr marL="6264509" indent="0">
              <a:buNone/>
              <a:defRPr sz="4100"/>
            </a:lvl4pPr>
            <a:lvl5pPr marL="8352678" indent="0">
              <a:buNone/>
              <a:defRPr sz="4100"/>
            </a:lvl5pPr>
            <a:lvl6pPr marL="10440848" indent="0">
              <a:buNone/>
              <a:defRPr sz="4100"/>
            </a:lvl6pPr>
            <a:lvl7pPr marL="12529017" indent="0">
              <a:buNone/>
              <a:defRPr sz="4100"/>
            </a:lvl7pPr>
            <a:lvl8pPr marL="14617187" indent="0">
              <a:buNone/>
              <a:defRPr sz="4100"/>
            </a:lvl8pPr>
            <a:lvl9pPr marL="16705356" indent="0">
              <a:buNone/>
              <a:defRPr sz="4100"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</p:txBody>
      </p:sp>
      <p:sp>
        <p:nvSpPr>
          <p:cNvPr id="5" name="Date Placeholder 4">
            <a:extLst xmlns:a="http://schemas.openxmlformats.org/drawingml/2006/main">
              <a:ext uri="{FF2B5EF4-FFF2-40B4-BE49-F238E27FC236}">
                <a16:creationId xmlns:a16="http://schemas.microsoft.com/office/drawing/2014/main" id="{B983D3E6-1155-4A35-81CE-254FBB8A6CE7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>
          <a:xfrm xmlns:a="http://schemas.openxmlformats.org/drawingml/2006/main">
            <a:off x="1513761" y="39680106"/>
            <a:ext cx="7064216" cy="2279327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1516A2DB-5E56-684A-96DC-9BEBC5CFD730}" type="datetimeFigureOut">
              <a:t>5/23/2017</a:t>
            </a:fld>
          </a:p>
        </p:txBody>
      </p:sp>
      <p:sp>
        <p:nvSpPr>
          <p:cNvPr id="6" name="Footer Placeholder 5">
            <a:extLst xmlns:a="http://schemas.openxmlformats.org/drawingml/2006/main">
              <a:ext uri="{FF2B5EF4-FFF2-40B4-BE49-F238E27FC236}">
                <a16:creationId xmlns:a16="http://schemas.microsoft.com/office/drawing/2014/main" id="{C673E8D3-F48B-46CA-9F75-26B19AD7C50D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>
          <a:xfrm xmlns:a="http://schemas.openxmlformats.org/drawingml/2006/main">
            <a:off x="10344031" y="39680106"/>
            <a:ext cx="9587151" cy="2279327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 6">
            <a:extLst xmlns:a="http://schemas.openxmlformats.org/drawingml/2006/main">
              <a:ext uri="{FF2B5EF4-FFF2-40B4-BE49-F238E27FC236}">
                <a16:creationId xmlns:a16="http://schemas.microsoft.com/office/drawing/2014/main" id="{635FA4A4-793C-483D-BCE4-636A5B4430FD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21697236" y="39680106"/>
            <a:ext cx="7064216" cy="2279327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0CB39F1A-5E86-644C-9604-CE1653FC42E0}" type="slidenum">
              <a:t>‹#›</a:t>
            </a:fld>
          </a:p>
        </p:txBody>
      </p:sp>
    </p:spTree>
  </p:cSld>
</p:sldLayout>
</file>

<file path=ppt/slideLayouts/slideLayout10.xml><?xml version="1.0" encoding="utf-8"?>
<p:sldLayout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6498E119-37D9-4044-9102-53CBCD7CCD09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513761" y="1714453"/>
            <a:ext cx="27247692" cy="713528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Click to edit Master title style</a:t>
            </a:r>
          </a:p>
        </p:txBody>
      </p:sp>
      <p:sp>
        <p:nvSpPr>
          <p:cNvPr id="3" name="Vertical Text Placeholder 2">
            <a:extLst xmlns:a="http://schemas.openxmlformats.org/drawingml/2006/main">
              <a:ext uri="{FF2B5EF4-FFF2-40B4-BE49-F238E27FC236}">
                <a16:creationId xmlns:a16="http://schemas.microsoft.com/office/drawing/2014/main" id="{0BABA8C9-1609-492F-9C27-BC3DCA19BD28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1513761" y="9989400"/>
            <a:ext cx="27247692" cy="2825374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eaVert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</a:p>
        </p:txBody>
      </p:sp>
      <p:sp>
        <p:nvSpPr>
          <p:cNvPr id="4" name="Date Placeholder 3">
            <a:extLst xmlns:a="http://schemas.openxmlformats.org/drawingml/2006/main">
              <a:ext uri="{FF2B5EF4-FFF2-40B4-BE49-F238E27FC236}">
                <a16:creationId xmlns:a16="http://schemas.microsoft.com/office/drawing/2014/main" id="{C16788A9-0A22-49E2-A208-C16D3291AA70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>
          <a:xfrm xmlns:a="http://schemas.openxmlformats.org/drawingml/2006/main">
            <a:off x="1513761" y="39680106"/>
            <a:ext cx="7064216" cy="2279327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1516A2DB-5E56-684A-96DC-9BEBC5CFD730}" type="datetimeFigureOut">
              <a:t>5/23/2017</a:t>
            </a:fld>
          </a:p>
        </p:txBody>
      </p:sp>
      <p:sp>
        <p:nvSpPr>
          <p:cNvPr id="5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A9306DFA-00A8-408C-9949-59F474C6E9BE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>
          <a:xfrm xmlns:a="http://schemas.openxmlformats.org/drawingml/2006/main">
            <a:off x="10344031" y="39680106"/>
            <a:ext cx="9587151" cy="2279327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3FC178AE-4FB1-4F88-9FDF-30D4884DA9C1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21697236" y="39680106"/>
            <a:ext cx="7064216" cy="2279327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0CB39F1A-5E86-644C-9604-CE1653FC42E0}" type="slidenum">
              <a:t>‹#›</a:t>
            </a:fld>
          </a:p>
        </p:txBody>
      </p:sp>
    </p:spTree>
  </p:cSld>
</p:sldLayout>
</file>

<file path=ppt/slideLayouts/slideLayout11.xml><?xml version="1.0" encoding="utf-8"?>
<p:sldLayout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Vertical Title 1">
            <a:extLst xmlns:a="http://schemas.openxmlformats.org/drawingml/2006/main">
              <a:ext uri="{FF2B5EF4-FFF2-40B4-BE49-F238E27FC236}">
                <a16:creationId xmlns:a16="http://schemas.microsoft.com/office/drawing/2014/main" id="{61172EDE-6C23-4C2E-B909-61FE64ADFFED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72676283" y="10702928"/>
            <a:ext cx="22548726" cy="22803176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eaVert"/>
          <a:lstStyle xmlns:a="http://schemas.openxmlformats.org/drawingml/2006/main"/>
          <a:p xmlns:a="http://schemas.openxmlformats.org/drawingml/2006/main">
            <a:r>
              <a:t>Click to edit Master title style</a:t>
            </a:r>
          </a:p>
        </p:txBody>
      </p:sp>
      <p:sp>
        <p:nvSpPr>
          <p:cNvPr id="3" name="Vertical Text Placeholder 2">
            <a:extLst xmlns:a="http://schemas.openxmlformats.org/drawingml/2006/main">
              <a:ext uri="{FF2B5EF4-FFF2-40B4-BE49-F238E27FC236}">
                <a16:creationId xmlns:a16="http://schemas.microsoft.com/office/drawing/2014/main" id="{C16B304D-2633-47BD-BA0B-D3342EC9333B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5014332" y="10702928"/>
            <a:ext cx="67157362" cy="22803176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eaVert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</a:p>
        </p:txBody>
      </p:sp>
      <p:sp>
        <p:nvSpPr>
          <p:cNvPr id="4" name="Date Placeholder 3">
            <a:extLst xmlns:a="http://schemas.openxmlformats.org/drawingml/2006/main">
              <a:ext uri="{FF2B5EF4-FFF2-40B4-BE49-F238E27FC236}">
                <a16:creationId xmlns:a16="http://schemas.microsoft.com/office/drawing/2014/main" id="{683070ED-2C65-4A0A-8E0B-BA0C2F1F1536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>
          <a:xfrm xmlns:a="http://schemas.openxmlformats.org/drawingml/2006/main">
            <a:off x="1513761" y="39680106"/>
            <a:ext cx="7064216" cy="2279327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1516A2DB-5E56-684A-96DC-9BEBC5CFD730}" type="datetimeFigureOut">
              <a:t>5/23/2017</a:t>
            </a:fld>
          </a:p>
        </p:txBody>
      </p:sp>
      <p:sp>
        <p:nvSpPr>
          <p:cNvPr id="5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0602E37B-0EBC-4D97-8B7F-31BDD7EE5B42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>
          <a:xfrm xmlns:a="http://schemas.openxmlformats.org/drawingml/2006/main">
            <a:off x="10344031" y="39680106"/>
            <a:ext cx="9587151" cy="2279327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49BC9B32-1A9D-41EB-9650-5FB73E1E525A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21697236" y="39680106"/>
            <a:ext cx="7064216" cy="2279327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0CB39F1A-5E86-644C-9604-CE1653FC42E0}" type="slidenum">
              <a:t>‹#›</a:t>
            </a:fld>
          </a:p>
        </p:txBody>
      </p:sp>
    </p:spTree>
  </p:cSld>
</p:sldLayout>
</file>

<file path=ppt/slideLayouts/slideLayout12.xml><?xml version="1.0" encoding="utf-8"?>
<p:sldLayout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755067BE-E559-4331-922E-78462D6CBE3F}"/>
              </a:ext>
            </a:extLst>
          </p:cNvPr>
          <p:cNvSpPr>
            <a:spLocks xmlns:a="http://schemas.openxmlformats.org/drawingml/2006/main" noGrp="1"/>
          </p:cNvSpPr>
          <p:nvPr>
            <p:ph type="ctrTitle" idx="0"/>
          </p:nvPr>
        </p:nvSpPr>
        <p:spPr>
          <a:xfrm xmlns:a="http://schemas.openxmlformats.org/drawingml/2006/main">
            <a:off x="2270125" y="13300075"/>
            <a:ext cx="25734963" cy="9175750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Click to edit Master title style</a:t>
            </a:r>
          </a:p>
        </p:txBody>
      </p:sp>
      <p:sp>
        <p:nvSpPr>
          <p:cNvPr id="3" name="Subtitle 2">
            <a:extLst xmlns:a="http://schemas.openxmlformats.org/drawingml/2006/main">
              <a:ext uri="{FF2B5EF4-FFF2-40B4-BE49-F238E27FC236}">
                <a16:creationId xmlns:a16="http://schemas.microsoft.com/office/drawing/2014/main" id="{531C9CA4-6A29-4B6E-8B77-A9090C7513FE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4541838" y="24260175"/>
            <a:ext cx="21191537" cy="10941050"/>
          </a:xfrm>
        </p:spPr>
        <p:txBody>
          <a:bodyPr xmlns:a="http://schemas.openxmlformats.org/drawingml/2006/main"/>
          <a:lstStyle xmlns:a="http://schemas.openxmlformats.org/drawingml/2006/main"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 xmlns:a="http://schemas.openxmlformats.org/drawingml/2006/main">
            <a:r>
              <a:t>Click to edit Master subtitle style</a:t>
            </a:r>
          </a:p>
        </p:txBody>
      </p:sp>
      <p:sp>
        <p:nvSpPr>
          <p:cNvPr id="4" name="Date Placeholder 3">
            <a:extLst xmlns:a="http://schemas.openxmlformats.org/drawingml/2006/main">
              <a:ext uri="{FF2B5EF4-FFF2-40B4-BE49-F238E27FC236}">
                <a16:creationId xmlns:a16="http://schemas.microsoft.com/office/drawing/2014/main" id="{4D1D5EFB-C74B-4D5F-9786-703A06E65A3F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444A8215-E8B9-405B-91CC-893BF70F5D1D}" type="datetimeFigureOut">
              <a:t>23/05/2017</a:t>
            </a:fld>
          </a:p>
        </p:txBody>
      </p:sp>
      <p:sp>
        <p:nvSpPr>
          <p:cNvPr id="5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1F216EB5-E87B-44E8-A57F-7EB3EC1F1A6C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0220E6CB-FE54-42D2-BDE2-8C7DD4E53821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039483D4-2F32-41B7-8A90-D0E8F81D7F79}" type="slidenum">
              <a:t>‹#›</a:t>
            </a:fld>
          </a:p>
        </p:txBody>
      </p:sp>
    </p:spTree>
  </p:cSld>
</p:sldLayout>
</file>

<file path=ppt/slideLayouts/slideLayout13.xml><?xml version="1.0" encoding="utf-8"?>
<p:sldLayout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6D4B6B42-DCC8-484E-94B0-89AA7B46BD5D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Click to edit Master title style</a:t>
            </a:r>
          </a:p>
        </p:txBody>
      </p:sp>
      <p:sp>
        <p:nvSpPr>
          <p:cNvPr id="3" name="Content Placeholder 2">
            <a:extLst xmlns:a="http://schemas.openxmlformats.org/drawingml/2006/main">
              <a:ext uri="{FF2B5EF4-FFF2-40B4-BE49-F238E27FC236}">
                <a16:creationId xmlns:a16="http://schemas.microsoft.com/office/drawing/2014/main" id="{019ED3B0-0E70-4780-97C1-ACF289C0E045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</a:p>
        </p:txBody>
      </p:sp>
      <p:sp>
        <p:nvSpPr>
          <p:cNvPr id="4" name="Date Placeholder 3">
            <a:extLst xmlns:a="http://schemas.openxmlformats.org/drawingml/2006/main">
              <a:ext uri="{FF2B5EF4-FFF2-40B4-BE49-F238E27FC236}">
                <a16:creationId xmlns:a16="http://schemas.microsoft.com/office/drawing/2014/main" id="{A55CDED0-769B-433E-9CD6-F3A5CF3746CA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444A8215-E8B9-405B-91CC-893BF70F5D1D}" type="datetimeFigureOut">
              <a:t>23/05/2017</a:t>
            </a:fld>
          </a:p>
        </p:txBody>
      </p:sp>
      <p:sp>
        <p:nvSpPr>
          <p:cNvPr id="5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4E66632E-5D28-47FD-9EB9-7C76BAB60FBB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DC1C40F2-7211-4E65-82A6-64030D67F4A1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039483D4-2F32-41B7-8A90-D0E8F81D7F79}" type="slidenum">
              <a:t>‹#›</a:t>
            </a:fld>
          </a:p>
        </p:txBody>
      </p:sp>
    </p:spTree>
  </p:cSld>
</p:sldLayout>
</file>

<file path=ppt/slideLayouts/slideLayout14.xml><?xml version="1.0" encoding="utf-8"?>
<p:sldLayout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98AFF89C-21E5-4F62-B09D-B809BF32489A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2390775" y="27509788"/>
            <a:ext cx="25734963" cy="8504237"/>
          </a:xfrm>
        </p:spPr>
        <p:txBody>
          <a:bodyPr xmlns:a="http://schemas.openxmlformats.org/drawingml/2006/main" anchor="t"/>
          <a:lstStyle xmlns:a="http://schemas.openxmlformats.org/drawingml/2006/main">
            <a:lvl1pPr algn="l">
              <a:buNone/>
              <a:defRPr sz="4000" b="1" cap="all"/>
            </a:lvl1pPr>
          </a:lstStyle>
          <a:p xmlns:a="http://schemas.openxmlformats.org/drawingml/2006/main">
            <a:r>
              <a:t>Click to edit Master title style</a:t>
            </a:r>
          </a:p>
        </p:txBody>
      </p:sp>
      <p:sp>
        <p:nvSpPr>
          <p:cNvPr id="3" name="Text Placeholder 2">
            <a:extLst xmlns:a="http://schemas.openxmlformats.org/drawingml/2006/main">
              <a:ext uri="{FF2B5EF4-FFF2-40B4-BE49-F238E27FC236}">
                <a16:creationId xmlns:a16="http://schemas.microsoft.com/office/drawing/2014/main" id="{123C5D7D-62BC-4823-9E1B-C2C65F7185CC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2390775" y="18145125"/>
            <a:ext cx="25734963" cy="9364663"/>
          </a:xfrm>
        </p:spPr>
        <p:txBody>
          <a:bodyPr xmlns:a="http://schemas.openxmlformats.org/drawingml/2006/main" anchor="b"/>
          <a:lstStyle xmlns:a="http://schemas.openxmlformats.org/drawingml/2006/main"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</p:txBody>
      </p:sp>
      <p:sp>
        <p:nvSpPr>
          <p:cNvPr id="4" name="Date Placeholder 3">
            <a:extLst xmlns:a="http://schemas.openxmlformats.org/drawingml/2006/main">
              <a:ext uri="{FF2B5EF4-FFF2-40B4-BE49-F238E27FC236}">
                <a16:creationId xmlns:a16="http://schemas.microsoft.com/office/drawing/2014/main" id="{447A5996-9848-4447-BC2D-2009A67CC184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444A8215-E8B9-405B-91CC-893BF70F5D1D}" type="datetimeFigureOut">
              <a:t>23/05/2017</a:t>
            </a:fld>
          </a:p>
        </p:txBody>
      </p:sp>
      <p:sp>
        <p:nvSpPr>
          <p:cNvPr id="5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EE65807B-2519-4704-BDE7-AD74E39DD76C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28039C9A-A1DC-49B5-B705-039557A848B8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039483D4-2F32-41B7-8A90-D0E8F81D7F79}" type="slidenum">
              <a:t>‹#›</a:t>
            </a:fld>
          </a:p>
        </p:txBody>
      </p:sp>
    </p:spTree>
  </p:cSld>
</p:sldLayout>
</file>

<file path=ppt/slideLayouts/slideLayout15.xml><?xml version="1.0" encoding="utf-8"?>
<p:sldLayout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1D0FDB68-8AB9-454D-B4B2-07DA8CC6DC39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Click to edit Master title style</a:t>
            </a:r>
          </a:p>
        </p:txBody>
      </p:sp>
      <p:sp>
        <p:nvSpPr>
          <p:cNvPr id="3" name="Content Placeholder 2">
            <a:extLst xmlns:a="http://schemas.openxmlformats.org/drawingml/2006/main">
              <a:ext uri="{FF2B5EF4-FFF2-40B4-BE49-F238E27FC236}">
                <a16:creationId xmlns:a16="http://schemas.microsoft.com/office/drawing/2014/main" id="{7632026B-0C64-4066-90C2-7128DC5F29E4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>
          <a:xfrm xmlns:a="http://schemas.openxmlformats.org/drawingml/2006/main">
            <a:off x="1514475" y="9990138"/>
            <a:ext cx="13546138" cy="28252737"/>
          </a:xfr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 sz="2800"/>
            </a:lvl1pPr>
            <a:lvl2pPr>
              <a:buNone/>
              <a:defRPr sz="2400"/>
            </a:lvl2pPr>
            <a:lvl3pPr>
              <a:buNone/>
              <a:defRPr sz="2000"/>
            </a:lvl3pPr>
            <a:lvl4pPr>
              <a:buNone/>
              <a:defRPr sz="1800"/>
            </a:lvl4pPr>
            <a:lvl5pPr>
              <a:buNone/>
              <a:defRPr sz="1800"/>
            </a:lvl5pPr>
            <a:lvl6pPr>
              <a:buNone/>
              <a:defRPr sz="1800"/>
            </a:lvl6pPr>
            <a:lvl7pPr>
              <a:buNone/>
              <a:defRPr sz="1800"/>
            </a:lvl7pPr>
            <a:lvl8pPr>
              <a:buNone/>
              <a:defRPr sz="1800"/>
            </a:lvl8pPr>
            <a:lvl9pPr>
              <a:buNone/>
              <a:defRPr sz="1800"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</a:p>
        </p:txBody>
      </p:sp>
      <p:sp>
        <p:nvSpPr>
          <p:cNvPr id="4" name="Content Placeholder 3">
            <a:extLst xmlns:a="http://schemas.openxmlformats.org/drawingml/2006/main">
              <a:ext uri="{FF2B5EF4-FFF2-40B4-BE49-F238E27FC236}">
                <a16:creationId xmlns:a16="http://schemas.microsoft.com/office/drawing/2014/main" id="{75D53F50-1ED0-4CAC-80B8-94A422F1F713}"/>
              </a:ext>
            </a:extLst>
          </p:cNvPr>
          <p:cNvSpPr>
            <a:spLocks xmlns:a="http://schemas.openxmlformats.org/drawingml/2006/main" noGrp="1"/>
          </p:cNvSpPr>
          <p:nvPr>
            <p:ph idx="2"/>
          </p:nvPr>
        </p:nvSpPr>
        <p:spPr>
          <a:xfrm xmlns:a="http://schemas.openxmlformats.org/drawingml/2006/main">
            <a:off x="15213013" y="9990138"/>
            <a:ext cx="13547725" cy="28252737"/>
          </a:xfr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 sz="2800"/>
            </a:lvl1pPr>
            <a:lvl2pPr>
              <a:buNone/>
              <a:defRPr sz="2400"/>
            </a:lvl2pPr>
            <a:lvl3pPr>
              <a:buNone/>
              <a:defRPr sz="2000"/>
            </a:lvl3pPr>
            <a:lvl4pPr>
              <a:buNone/>
              <a:defRPr sz="1800"/>
            </a:lvl4pPr>
            <a:lvl5pPr>
              <a:buNone/>
              <a:defRPr sz="1800"/>
            </a:lvl5pPr>
            <a:lvl6pPr>
              <a:buNone/>
              <a:defRPr sz="1800"/>
            </a:lvl6pPr>
            <a:lvl7pPr>
              <a:buNone/>
              <a:defRPr sz="1800"/>
            </a:lvl7pPr>
            <a:lvl8pPr>
              <a:buNone/>
              <a:defRPr sz="1800"/>
            </a:lvl8pPr>
            <a:lvl9pPr>
              <a:buNone/>
              <a:defRPr sz="1800"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</a:p>
        </p:txBody>
      </p:sp>
      <p:sp>
        <p:nvSpPr>
          <p:cNvPr id="5" name="Date Placeholder 4">
            <a:extLst xmlns:a="http://schemas.openxmlformats.org/drawingml/2006/main">
              <a:ext uri="{FF2B5EF4-FFF2-40B4-BE49-F238E27FC236}">
                <a16:creationId xmlns:a16="http://schemas.microsoft.com/office/drawing/2014/main" id="{A87A97B3-BEE9-4C70-BBC7-C8B18EA64A46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444A8215-E8B9-405B-91CC-893BF70F5D1D}" type="datetimeFigureOut">
              <a:t>23/05/2017</a:t>
            </a:fld>
          </a:p>
        </p:txBody>
      </p:sp>
      <p:sp>
        <p:nvSpPr>
          <p:cNvPr id="6" name="Footer Placeholder 5">
            <a:extLst xmlns:a="http://schemas.openxmlformats.org/drawingml/2006/main">
              <a:ext uri="{FF2B5EF4-FFF2-40B4-BE49-F238E27FC236}">
                <a16:creationId xmlns:a16="http://schemas.microsoft.com/office/drawing/2014/main" id="{452A626B-22E6-487F-98BB-0E5DCBA00984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 6">
            <a:extLst xmlns:a="http://schemas.openxmlformats.org/drawingml/2006/main">
              <a:ext uri="{FF2B5EF4-FFF2-40B4-BE49-F238E27FC236}">
                <a16:creationId xmlns:a16="http://schemas.microsoft.com/office/drawing/2014/main" id="{E05C5B00-A769-4BBE-B34F-A571909EC36B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039483D4-2F32-41B7-8A90-D0E8F81D7F79}" type="slidenum">
              <a:t>‹#›</a:t>
            </a:fld>
          </a:p>
        </p:txBody>
      </p:sp>
    </p:spTree>
  </p:cSld>
</p:sldLayout>
</file>

<file path=ppt/slideLayouts/slideLayout16.xml><?xml version="1.0" encoding="utf-8"?>
<p:sldLayout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EDE88246-D97D-4D40-8D62-E51DF3700399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>
            <a:lvl1pPr>
              <a:buNone/>
              <a:defRPr/>
            </a:lvl1pPr>
          </a:lstStyle>
          <a:p xmlns:a="http://schemas.openxmlformats.org/drawingml/2006/main">
            <a:r>
              <a:t>Click to edit Master title style</a:t>
            </a:r>
          </a:p>
        </p:txBody>
      </p:sp>
      <p:sp>
        <p:nvSpPr>
          <p:cNvPr id="3" name="Text Placeholder 2">
            <a:extLst xmlns:a="http://schemas.openxmlformats.org/drawingml/2006/main">
              <a:ext uri="{FF2B5EF4-FFF2-40B4-BE49-F238E27FC236}">
                <a16:creationId xmlns:a16="http://schemas.microsoft.com/office/drawing/2014/main" id="{EE9BF13F-262F-45D0-BE77-C37D0E0A1697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1514475" y="9583738"/>
            <a:ext cx="13376275" cy="3992562"/>
          </a:xfrm>
        </p:spPr>
        <p:txBody>
          <a:bodyPr xmlns:a="http://schemas.openxmlformats.org/drawingml/2006/main" anchor="b"/>
          <a:lstStyle xmlns:a="http://schemas.openxmlformats.org/drawingml/2006/main"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</p:txBody>
      </p:sp>
      <p:sp>
        <p:nvSpPr>
          <p:cNvPr id="4" name="Content Placeholder 3">
            <a:extLst xmlns:a="http://schemas.openxmlformats.org/drawingml/2006/main">
              <a:ext uri="{FF2B5EF4-FFF2-40B4-BE49-F238E27FC236}">
                <a16:creationId xmlns:a16="http://schemas.microsoft.com/office/drawing/2014/main" id="{F63F0456-4DE1-4C5F-8014-E7E713945D04}"/>
              </a:ext>
            </a:extLst>
          </p:cNvPr>
          <p:cNvSpPr>
            <a:spLocks xmlns:a="http://schemas.openxmlformats.org/drawingml/2006/main" noGrp="1"/>
          </p:cNvSpPr>
          <p:nvPr>
            <p:ph idx="2"/>
          </p:nvPr>
        </p:nvSpPr>
        <p:spPr>
          <a:xfrm xmlns:a="http://schemas.openxmlformats.org/drawingml/2006/main">
            <a:off x="1514475" y="13576300"/>
            <a:ext cx="13376275" cy="24666575"/>
          </a:xfr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 sz="2400"/>
            </a:lvl1pPr>
            <a:lvl2pPr>
              <a:buNone/>
              <a:defRPr sz="2000"/>
            </a:lvl2pPr>
            <a:lvl3pPr>
              <a:buNone/>
              <a:defRPr sz="1800"/>
            </a:lvl3pPr>
            <a:lvl4pPr>
              <a:buNone/>
              <a:defRPr sz="1600"/>
            </a:lvl4pPr>
            <a:lvl5pPr>
              <a:buNone/>
              <a:defRPr sz="1600"/>
            </a:lvl5pPr>
            <a:lvl6pPr>
              <a:buNone/>
              <a:defRPr sz="1600"/>
            </a:lvl6pPr>
            <a:lvl7pPr>
              <a:buNone/>
              <a:defRPr sz="1600"/>
            </a:lvl7pPr>
            <a:lvl8pPr>
              <a:buNone/>
              <a:defRPr sz="1600"/>
            </a:lvl8pPr>
            <a:lvl9pPr>
              <a:buNone/>
              <a:defRPr sz="1600"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</a:p>
        </p:txBody>
      </p:sp>
      <p:sp>
        <p:nvSpPr>
          <p:cNvPr id="5" name="Text Placeholder 4">
            <a:extLst xmlns:a="http://schemas.openxmlformats.org/drawingml/2006/main">
              <a:ext uri="{FF2B5EF4-FFF2-40B4-BE49-F238E27FC236}">
                <a16:creationId xmlns:a16="http://schemas.microsoft.com/office/drawing/2014/main" id="{B1D614E6-A841-466B-90A9-F66510403EB9}"/>
              </a:ext>
            </a:extLst>
          </p:cNvPr>
          <p:cNvSpPr>
            <a:spLocks xmlns:a="http://schemas.openxmlformats.org/drawingml/2006/main" noGrp="1"/>
          </p:cNvSpPr>
          <p:nvPr>
            <p:ph type="body" idx="3"/>
          </p:nvPr>
        </p:nvSpPr>
        <p:spPr>
          <a:xfrm xmlns:a="http://schemas.openxmlformats.org/drawingml/2006/main">
            <a:off x="15379700" y="9583738"/>
            <a:ext cx="13381038" cy="3992562"/>
          </a:xfrm>
        </p:spPr>
        <p:txBody>
          <a:bodyPr xmlns:a="http://schemas.openxmlformats.org/drawingml/2006/main" anchor="b"/>
          <a:lstStyle xmlns:a="http://schemas.openxmlformats.org/drawingml/2006/main"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</p:txBody>
      </p:sp>
      <p:sp>
        <p:nvSpPr>
          <p:cNvPr id="6" name="Content Placeholder 5">
            <a:extLst xmlns:a="http://schemas.openxmlformats.org/drawingml/2006/main">
              <a:ext uri="{FF2B5EF4-FFF2-40B4-BE49-F238E27FC236}">
                <a16:creationId xmlns:a16="http://schemas.microsoft.com/office/drawing/2014/main" id="{1523AA0B-E03E-498E-A167-71C65D0738C0}"/>
              </a:ext>
            </a:extLst>
          </p:cNvPr>
          <p:cNvSpPr>
            <a:spLocks xmlns:a="http://schemas.openxmlformats.org/drawingml/2006/main" noGrp="1"/>
          </p:cNvSpPr>
          <p:nvPr>
            <p:ph idx="4"/>
          </p:nvPr>
        </p:nvSpPr>
        <p:spPr>
          <a:xfrm xmlns:a="http://schemas.openxmlformats.org/drawingml/2006/main">
            <a:off x="15379700" y="13576300"/>
            <a:ext cx="13381038" cy="24666575"/>
          </a:xfr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 sz="2400"/>
            </a:lvl1pPr>
            <a:lvl2pPr>
              <a:buNone/>
              <a:defRPr sz="2000"/>
            </a:lvl2pPr>
            <a:lvl3pPr>
              <a:buNone/>
              <a:defRPr sz="1800"/>
            </a:lvl3pPr>
            <a:lvl4pPr>
              <a:buNone/>
              <a:defRPr sz="1600"/>
            </a:lvl4pPr>
            <a:lvl5pPr>
              <a:buNone/>
              <a:defRPr sz="1600"/>
            </a:lvl5pPr>
            <a:lvl6pPr>
              <a:buNone/>
              <a:defRPr sz="1600"/>
            </a:lvl6pPr>
            <a:lvl7pPr>
              <a:buNone/>
              <a:defRPr sz="1600"/>
            </a:lvl7pPr>
            <a:lvl8pPr>
              <a:buNone/>
              <a:defRPr sz="1600"/>
            </a:lvl8pPr>
            <a:lvl9pPr>
              <a:buNone/>
              <a:defRPr sz="1600"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</a:p>
        </p:txBody>
      </p:sp>
      <p:sp>
        <p:nvSpPr>
          <p:cNvPr id="7" name="Date Placeholder 6">
            <a:extLst xmlns:a="http://schemas.openxmlformats.org/drawingml/2006/main">
              <a:ext uri="{FF2B5EF4-FFF2-40B4-BE49-F238E27FC236}">
                <a16:creationId xmlns:a16="http://schemas.microsoft.com/office/drawing/2014/main" id="{89725188-5267-42CD-91BD-C3C101DB4F1F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444A8215-E8B9-405B-91CC-893BF70F5D1D}" type="datetimeFigureOut">
              <a:t>23/05/2017</a:t>
            </a:fld>
          </a:p>
        </p:txBody>
      </p:sp>
      <p:sp>
        <p:nvSpPr>
          <p:cNvPr id="8" name="Footer Placeholder 7">
            <a:extLst xmlns:a="http://schemas.openxmlformats.org/drawingml/2006/main">
              <a:ext uri="{FF2B5EF4-FFF2-40B4-BE49-F238E27FC236}">
                <a16:creationId xmlns:a16="http://schemas.microsoft.com/office/drawing/2014/main" id="{27E74BC0-B672-4205-9708-039093DA5338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9" name="Slide Number Placeholder 8">
            <a:extLst xmlns:a="http://schemas.openxmlformats.org/drawingml/2006/main">
              <a:ext uri="{FF2B5EF4-FFF2-40B4-BE49-F238E27FC236}">
                <a16:creationId xmlns:a16="http://schemas.microsoft.com/office/drawing/2014/main" id="{DB1F0075-62C9-4EF9-B471-6725A968F97B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039483D4-2F32-41B7-8A90-D0E8F81D7F79}" type="slidenum">
              <a:t>‹#›</a:t>
            </a:fld>
          </a:p>
        </p:txBody>
      </p:sp>
    </p:spTree>
  </p:cSld>
</p:sldLayout>
</file>

<file path=ppt/slideLayouts/slideLayout17.xml><?xml version="1.0" encoding="utf-8"?>
<p:sldLayout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DAF398B5-269F-4997-A2EC-4DB534EFC2CD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Click to edit Master title style</a:t>
            </a:r>
          </a:p>
        </p:txBody>
      </p:sp>
      <p:sp>
        <p:nvSpPr>
          <p:cNvPr id="3" name="Date Placeholder 2">
            <a:extLst xmlns:a="http://schemas.openxmlformats.org/drawingml/2006/main">
              <a:ext uri="{FF2B5EF4-FFF2-40B4-BE49-F238E27FC236}">
                <a16:creationId xmlns:a16="http://schemas.microsoft.com/office/drawing/2014/main" id="{D74FD5C2-1072-4F11-8E4E-FBA2A16818B8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444A8215-E8B9-405B-91CC-893BF70F5D1D}" type="datetimeFigureOut">
              <a:t>23/05/2017</a:t>
            </a:fld>
          </a:p>
        </p:txBody>
      </p:sp>
      <p:sp>
        <p:nvSpPr>
          <p:cNvPr id="4" name="Footer Placeholder 3">
            <a:extLst xmlns:a="http://schemas.openxmlformats.org/drawingml/2006/main">
              <a:ext uri="{FF2B5EF4-FFF2-40B4-BE49-F238E27FC236}">
                <a16:creationId xmlns:a16="http://schemas.microsoft.com/office/drawing/2014/main" id="{581B4C92-FB3E-4A6A-BCFD-66F8AB9C1AA2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Slide Number Placeholder 4">
            <a:extLst xmlns:a="http://schemas.openxmlformats.org/drawingml/2006/main">
              <a:ext uri="{FF2B5EF4-FFF2-40B4-BE49-F238E27FC236}">
                <a16:creationId xmlns:a16="http://schemas.microsoft.com/office/drawing/2014/main" id="{1BB0D369-94FD-452F-BD58-7F9D81E900CE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039483D4-2F32-41B7-8A90-D0E8F81D7F79}" type="slidenum">
              <a:t>‹#›</a:t>
            </a:fld>
          </a:p>
        </p:txBody>
      </p:sp>
    </p:spTree>
  </p:cSld>
</p:sldLayout>
</file>

<file path=ppt/slideLayouts/slideLayout18.xml><?xml version="1.0" encoding="utf-8"?>
<p:sldLayout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Date Placeholder 1">
            <a:extLst xmlns:a="http://schemas.openxmlformats.org/drawingml/2006/main">
              <a:ext uri="{FF2B5EF4-FFF2-40B4-BE49-F238E27FC236}">
                <a16:creationId xmlns:a16="http://schemas.microsoft.com/office/drawing/2014/main" id="{522ABD4A-7306-4ACD-AB2B-24942F778CAB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444A8215-E8B9-405B-91CC-893BF70F5D1D}" type="datetimeFigureOut">
              <a:t>23/05/2017</a:t>
            </a:fld>
          </a:p>
        </p:txBody>
      </p:sp>
      <p:sp>
        <p:nvSpPr>
          <p:cNvPr id="3" name="Footer Placeholder 2">
            <a:extLst xmlns:a="http://schemas.openxmlformats.org/drawingml/2006/main">
              <a:ext uri="{FF2B5EF4-FFF2-40B4-BE49-F238E27FC236}">
                <a16:creationId xmlns:a16="http://schemas.microsoft.com/office/drawing/2014/main" id="{81A0A463-5EA1-4FCE-9D46-026B9A09FB2F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>
            <a:extLst xmlns:a="http://schemas.openxmlformats.org/drawingml/2006/main">
              <a:ext uri="{FF2B5EF4-FFF2-40B4-BE49-F238E27FC236}">
                <a16:creationId xmlns:a16="http://schemas.microsoft.com/office/drawing/2014/main" id="{69DE118C-CBEF-48BB-8187-B56390EA02BF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039483D4-2F32-41B7-8A90-D0E8F81D7F79}" type="slidenum">
              <a:t>‹#›</a:t>
            </a:fld>
          </a:p>
        </p:txBody>
      </p:sp>
    </p:spTree>
  </p:cSld>
</p:sldLayout>
</file>

<file path=ppt/slideLayouts/slideLayout19.xml><?xml version="1.0" encoding="utf-8"?>
<p:sldLayout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6B7E9A59-6D04-45A1-AA1F-59E78F7EDE05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514475" y="1704975"/>
            <a:ext cx="9959975" cy="7253288"/>
          </a:xfrm>
        </p:spPr>
        <p:txBody>
          <a:bodyPr xmlns:a="http://schemas.openxmlformats.org/drawingml/2006/main" anchor="b"/>
          <a:lstStyle xmlns:a="http://schemas.openxmlformats.org/drawingml/2006/main">
            <a:lvl1pPr algn="l">
              <a:buNone/>
              <a:defRPr sz="2000" b="1"/>
            </a:lvl1pPr>
          </a:lstStyle>
          <a:p xmlns:a="http://schemas.openxmlformats.org/drawingml/2006/main">
            <a:r>
              <a:t>Click to edit Master title style</a:t>
            </a:r>
          </a:p>
        </p:txBody>
      </p:sp>
      <p:sp>
        <p:nvSpPr>
          <p:cNvPr id="3" name="Content Placeholder 2">
            <a:extLst xmlns:a="http://schemas.openxmlformats.org/drawingml/2006/main">
              <a:ext uri="{FF2B5EF4-FFF2-40B4-BE49-F238E27FC236}">
                <a16:creationId xmlns:a16="http://schemas.microsoft.com/office/drawing/2014/main" id="{F8CE9506-2ED0-49F1-866F-2C354D87F161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>
          <a:xfrm xmlns:a="http://schemas.openxmlformats.org/drawingml/2006/main">
            <a:off x="11836400" y="1704975"/>
            <a:ext cx="16924338" cy="36537900"/>
          </a:xfr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 sz="3200"/>
            </a:lvl1pPr>
            <a:lvl2pPr>
              <a:buNone/>
              <a:defRPr sz="2800"/>
            </a:lvl2pPr>
            <a:lvl3pPr>
              <a:buNone/>
              <a:defRPr sz="2400"/>
            </a:lvl3pPr>
            <a:lvl4pPr>
              <a:buNone/>
              <a:defRPr sz="2000"/>
            </a:lvl4pPr>
            <a:lvl5pPr>
              <a:buNone/>
              <a:defRPr sz="2000"/>
            </a:lvl5pPr>
            <a:lvl6pPr>
              <a:buNone/>
              <a:defRPr sz="2000"/>
            </a:lvl6pPr>
            <a:lvl7pPr>
              <a:buNone/>
              <a:defRPr sz="2000"/>
            </a:lvl7pPr>
            <a:lvl8pPr>
              <a:buNone/>
              <a:defRPr sz="2000"/>
            </a:lvl8pPr>
            <a:lvl9pPr>
              <a:buNone/>
              <a:defRPr sz="2000"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</a:p>
        </p:txBody>
      </p:sp>
      <p:sp>
        <p:nvSpPr>
          <p:cNvPr id="4" name="Text Placeholder 3">
            <a:extLst xmlns:a="http://schemas.openxmlformats.org/drawingml/2006/main">
              <a:ext uri="{FF2B5EF4-FFF2-40B4-BE49-F238E27FC236}">
                <a16:creationId xmlns:a16="http://schemas.microsoft.com/office/drawing/2014/main" id="{06926303-F03B-4886-8B59-A0C98A72AFCC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1514475" y="8958263"/>
            <a:ext cx="9959975" cy="29284612"/>
          </a:xfrm>
        </p:spPr>
        <p:txBody>
          <a:bodyPr xmlns:a="http://schemas.openxmlformats.org/drawingml/2006/main"/>
          <a:lstStyle xmlns:a="http://schemas.openxmlformats.org/drawingml/2006/main"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</p:txBody>
      </p:sp>
      <p:sp>
        <p:nvSpPr>
          <p:cNvPr id="5" name="Date Placeholder 4">
            <a:extLst xmlns:a="http://schemas.openxmlformats.org/drawingml/2006/main">
              <a:ext uri="{FF2B5EF4-FFF2-40B4-BE49-F238E27FC236}">
                <a16:creationId xmlns:a16="http://schemas.microsoft.com/office/drawing/2014/main" id="{414BB55C-3892-4B28-8851-16DD1D2A5D7C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444A8215-E8B9-405B-91CC-893BF70F5D1D}" type="datetimeFigureOut">
              <a:t>23/05/2017</a:t>
            </a:fld>
          </a:p>
        </p:txBody>
      </p:sp>
      <p:sp>
        <p:nvSpPr>
          <p:cNvPr id="6" name="Footer Placeholder 5">
            <a:extLst xmlns:a="http://schemas.openxmlformats.org/drawingml/2006/main">
              <a:ext uri="{FF2B5EF4-FFF2-40B4-BE49-F238E27FC236}">
                <a16:creationId xmlns:a16="http://schemas.microsoft.com/office/drawing/2014/main" id="{1DE39023-755C-499C-9B4D-756A7EACC8D4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 6">
            <a:extLst xmlns:a="http://schemas.openxmlformats.org/drawingml/2006/main">
              <a:ext uri="{FF2B5EF4-FFF2-40B4-BE49-F238E27FC236}">
                <a16:creationId xmlns:a16="http://schemas.microsoft.com/office/drawing/2014/main" id="{8D6F0323-9100-48CB-9923-C9E726B76F19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039483D4-2F32-41B7-8A90-D0E8F81D7F79}" type="slidenum">
              <a:t>‹#›</a:t>
            </a:fld>
          </a:p>
        </p:txBody>
      </p:sp>
    </p:spTree>
  </p:cSld>
</p:sldLayout>
</file>

<file path=ppt/slideLayouts/slideLayout20.xml><?xml version="1.0" encoding="utf-8"?>
<p:sldLayout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13FA0233-5E93-46B6-9410-00304850456F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5934075" y="29968825"/>
            <a:ext cx="18165763" cy="3536950"/>
          </a:xfrm>
        </p:spPr>
        <p:txBody>
          <a:bodyPr xmlns:a="http://schemas.openxmlformats.org/drawingml/2006/main" anchor="b"/>
          <a:lstStyle xmlns:a="http://schemas.openxmlformats.org/drawingml/2006/main">
            <a:lvl1pPr algn="l">
              <a:buNone/>
              <a:defRPr sz="2000" b="1"/>
            </a:lvl1pPr>
          </a:lstStyle>
          <a:p xmlns:a="http://schemas.openxmlformats.org/drawingml/2006/main">
            <a:r>
              <a:t>Click to edit Master title style</a:t>
            </a:r>
          </a:p>
        </p:txBody>
      </p:sp>
      <p:sp>
        <p:nvSpPr>
          <p:cNvPr id="3" name="Picture Placeholder 2">
            <a:extLst xmlns:a="http://schemas.openxmlformats.org/drawingml/2006/main">
              <a:ext uri="{FF2B5EF4-FFF2-40B4-BE49-F238E27FC236}">
                <a16:creationId xmlns:a16="http://schemas.microsoft.com/office/drawing/2014/main" id="{A1D5C9F0-CB7E-4AB0-91E4-1F70A93BF48C}"/>
              </a:ext>
            </a:extLst>
          </p:cNvPr>
          <p:cNvSpPr>
            <a:spLocks xmlns:a="http://schemas.openxmlformats.org/drawingml/2006/main" noGrp="1"/>
          </p:cNvSpPr>
          <p:nvPr>
            <p:ph type="pic" idx="1"/>
          </p:nvPr>
        </p:nvSpPr>
        <p:spPr>
          <a:xfrm xmlns:a="http://schemas.openxmlformats.org/drawingml/2006/main">
            <a:off x="5934075" y="3825875"/>
            <a:ext cx="18165763" cy="25685750"/>
          </a:xfrm>
        </p:spPr>
        <p:txBody>
          <a:bodyPr xmlns:a="http://schemas.openxmlformats.org/drawingml/2006/main"/>
          <a:lstStyle xmlns:a="http://schemas.openxmlformats.org/drawingml/2006/main"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 xmlns:a="http://schemas.openxmlformats.org/drawingml/2006/main"/>
        </p:txBody>
      </p:sp>
      <p:sp>
        <p:nvSpPr>
          <p:cNvPr id="4" name="Text Placeholder 3">
            <a:extLst xmlns:a="http://schemas.openxmlformats.org/drawingml/2006/main">
              <a:ext uri="{FF2B5EF4-FFF2-40B4-BE49-F238E27FC236}">
                <a16:creationId xmlns:a16="http://schemas.microsoft.com/office/drawing/2014/main" id="{D6918A64-BC11-495A-BB2B-3A887A7CA01F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5934075" y="33505775"/>
            <a:ext cx="18165763" cy="5024438"/>
          </a:xfrm>
        </p:spPr>
        <p:txBody>
          <a:bodyPr xmlns:a="http://schemas.openxmlformats.org/drawingml/2006/main"/>
          <a:lstStyle xmlns:a="http://schemas.openxmlformats.org/drawingml/2006/main"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</p:txBody>
      </p:sp>
      <p:sp>
        <p:nvSpPr>
          <p:cNvPr id="5" name="Date Placeholder 4">
            <a:extLst xmlns:a="http://schemas.openxmlformats.org/drawingml/2006/main">
              <a:ext uri="{FF2B5EF4-FFF2-40B4-BE49-F238E27FC236}">
                <a16:creationId xmlns:a16="http://schemas.microsoft.com/office/drawing/2014/main" id="{2E7B4817-ECEE-4A9F-9948-2311AB121A5D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444A8215-E8B9-405B-91CC-893BF70F5D1D}" type="datetimeFigureOut">
              <a:t>23/05/2017</a:t>
            </a:fld>
          </a:p>
        </p:txBody>
      </p:sp>
      <p:sp>
        <p:nvSpPr>
          <p:cNvPr id="6" name="Footer Placeholder 5">
            <a:extLst xmlns:a="http://schemas.openxmlformats.org/drawingml/2006/main">
              <a:ext uri="{FF2B5EF4-FFF2-40B4-BE49-F238E27FC236}">
                <a16:creationId xmlns:a16="http://schemas.microsoft.com/office/drawing/2014/main" id="{22899654-DEB2-4172-8BA7-662DDE9BEB4D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 6">
            <a:extLst xmlns:a="http://schemas.openxmlformats.org/drawingml/2006/main">
              <a:ext uri="{FF2B5EF4-FFF2-40B4-BE49-F238E27FC236}">
                <a16:creationId xmlns:a16="http://schemas.microsoft.com/office/drawing/2014/main" id="{E5EAD63B-A53A-4FD8-AACD-BAE4AA6DFA54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039483D4-2F32-41B7-8A90-D0E8F81D7F79}" type="slidenum">
              <a:t>‹#›</a:t>
            </a:fld>
          </a:p>
        </p:txBody>
      </p:sp>
    </p:spTree>
  </p:cSld>
</p:sldLayout>
</file>

<file path=ppt/slideLayouts/slideLayout21.xml><?xml version="1.0" encoding="utf-8"?>
<p:sldLayout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2D62AC32-D687-4779-9782-90502941352F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Click to edit Master title style</a:t>
            </a:r>
          </a:p>
        </p:txBody>
      </p:sp>
      <p:sp>
        <p:nvSpPr>
          <p:cNvPr id="3" name="Vertical Text Placeholder 2">
            <a:extLst xmlns:a="http://schemas.openxmlformats.org/drawingml/2006/main">
              <a:ext uri="{FF2B5EF4-FFF2-40B4-BE49-F238E27FC236}">
                <a16:creationId xmlns:a16="http://schemas.microsoft.com/office/drawing/2014/main" id="{E6122E8D-AF6D-4E1C-B833-A3A9F746F7F2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 vert="eaVert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</a:p>
        </p:txBody>
      </p:sp>
      <p:sp>
        <p:nvSpPr>
          <p:cNvPr id="4" name="Date Placeholder 3">
            <a:extLst xmlns:a="http://schemas.openxmlformats.org/drawingml/2006/main">
              <a:ext uri="{FF2B5EF4-FFF2-40B4-BE49-F238E27FC236}">
                <a16:creationId xmlns:a16="http://schemas.microsoft.com/office/drawing/2014/main" id="{C1361E08-1012-4E30-8C17-893D91F680DE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444A8215-E8B9-405B-91CC-893BF70F5D1D}" type="datetimeFigureOut">
              <a:t>23/05/2017</a:t>
            </a:fld>
          </a:p>
        </p:txBody>
      </p:sp>
      <p:sp>
        <p:nvSpPr>
          <p:cNvPr id="5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1A7356F3-439B-47F4-A6F0-190EC29519D9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39590506-4FA1-47A8-B399-F76ED6108349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039483D4-2F32-41B7-8A90-D0E8F81D7F79}" type="slidenum">
              <a:t>‹#›</a:t>
            </a:fld>
          </a:p>
        </p:txBody>
      </p:sp>
    </p:spTree>
  </p:cSld>
</p:sldLayout>
</file>

<file path=ppt/slideLayouts/slideLayout22.xml><?xml version="1.0" encoding="utf-8"?>
<p:sldLayout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Vertical Title 1">
            <a:extLst xmlns:a="http://schemas.openxmlformats.org/drawingml/2006/main">
              <a:ext uri="{FF2B5EF4-FFF2-40B4-BE49-F238E27FC236}">
                <a16:creationId xmlns:a16="http://schemas.microsoft.com/office/drawing/2014/main" id="{6A1C4EF0-EDB1-41BF-AD3E-3A87819DA28E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21950363" y="1714500"/>
            <a:ext cx="6810375" cy="36528375"/>
          </a:xfrm>
        </p:spPr>
        <p:txBody>
          <a:bodyPr xmlns:a="http://schemas.openxmlformats.org/drawingml/2006/main" vert="eaVert"/>
          <a:lstStyle xmlns:a="http://schemas.openxmlformats.org/drawingml/2006/main"/>
          <a:p xmlns:a="http://schemas.openxmlformats.org/drawingml/2006/main">
            <a:r>
              <a:t>Click to edit Master title style</a:t>
            </a:r>
          </a:p>
        </p:txBody>
      </p:sp>
      <p:sp>
        <p:nvSpPr>
          <p:cNvPr id="3" name="Vertical Text Placeholder 2">
            <a:extLst xmlns:a="http://schemas.openxmlformats.org/drawingml/2006/main">
              <a:ext uri="{FF2B5EF4-FFF2-40B4-BE49-F238E27FC236}">
                <a16:creationId xmlns:a16="http://schemas.microsoft.com/office/drawing/2014/main" id="{70A6C2C0-B1A1-4016-AE51-851A2FC524C5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1514475" y="1714500"/>
            <a:ext cx="20283488" cy="36528375"/>
          </a:xfrm>
        </p:spPr>
        <p:txBody>
          <a:bodyPr xmlns:a="http://schemas.openxmlformats.org/drawingml/2006/main" vert="eaVert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</a:p>
        </p:txBody>
      </p:sp>
      <p:sp>
        <p:nvSpPr>
          <p:cNvPr id="4" name="Date Placeholder 3">
            <a:extLst xmlns:a="http://schemas.openxmlformats.org/drawingml/2006/main">
              <a:ext uri="{FF2B5EF4-FFF2-40B4-BE49-F238E27FC236}">
                <a16:creationId xmlns:a16="http://schemas.microsoft.com/office/drawing/2014/main" id="{639319ED-4CFE-46A3-93E4-7EC1498D3476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444A8215-E8B9-405B-91CC-893BF70F5D1D}" type="datetimeFigureOut">
              <a:t>23/05/2017</a:t>
            </a:fld>
          </a:p>
        </p:txBody>
      </p:sp>
      <p:sp>
        <p:nvSpPr>
          <p:cNvPr id="5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A5C122AC-B4DE-4CEB-B816-39679754E113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D466CF43-DBFD-4A09-BAD7-0E79616F57AE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039483D4-2F32-41B7-8A90-D0E8F81D7F79}" type="slidenum">
              <a:t>‹#›</a:t>
            </a:fld>
          </a:p>
        </p:txBody>
      </p:sp>
    </p:spTree>
  </p:cSld>
</p:sldLayout>
</file>

<file path=ppt/slideLayouts/slideLayout23.xml><?xml version="1.0" encoding="utf-8"?>
<p:sldLayout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CFE4AB47-3CD5-4420-A619-DE8026FB4976}"/>
              </a:ext>
            </a:extLst>
          </p:cNvPr>
          <p:cNvSpPr>
            <a:spLocks xmlns:a="http://schemas.openxmlformats.org/drawingml/2006/main" noGrp="1"/>
          </p:cNvSpPr>
          <p:nvPr>
            <p:ph type="ctrTitle" idx="0"/>
          </p:nvPr>
        </p:nvSpPr>
        <p:spPr>
          <a:xfrm xmlns:a="http://schemas.openxmlformats.org/drawingml/2006/main">
            <a:off x="2270125" y="13300075"/>
            <a:ext cx="25734963" cy="9175750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Click to edit Master title style</a:t>
            </a:r>
          </a:p>
        </p:txBody>
      </p:sp>
      <p:sp>
        <p:nvSpPr>
          <p:cNvPr id="3" name="Subtitle 2">
            <a:extLst xmlns:a="http://schemas.openxmlformats.org/drawingml/2006/main">
              <a:ext uri="{FF2B5EF4-FFF2-40B4-BE49-F238E27FC236}">
                <a16:creationId xmlns:a16="http://schemas.microsoft.com/office/drawing/2014/main" id="{539DA8AB-8151-43F8-9F6B-1154F5591F06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4541838" y="24260175"/>
            <a:ext cx="21191537" cy="10941050"/>
          </a:xfrm>
        </p:spPr>
        <p:txBody>
          <a:bodyPr xmlns:a="http://schemas.openxmlformats.org/drawingml/2006/main"/>
          <a:lstStyle xmlns:a="http://schemas.openxmlformats.org/drawingml/2006/main"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 xmlns:a="http://schemas.openxmlformats.org/drawingml/2006/main">
            <a:r>
              <a:t>Click to edit Master subtitle style</a:t>
            </a:r>
          </a:p>
        </p:txBody>
      </p:sp>
      <p:sp>
        <p:nvSpPr>
          <p:cNvPr id="4" name="Date Placeholder 3">
            <a:extLst xmlns:a="http://schemas.openxmlformats.org/drawingml/2006/main">
              <a:ext uri="{FF2B5EF4-FFF2-40B4-BE49-F238E27FC236}">
                <a16:creationId xmlns:a16="http://schemas.microsoft.com/office/drawing/2014/main" id="{E43E1A59-610B-4548-A81B-83BCA3C740AC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ACD5F50D-CA1B-4AE8-85A0-B23159DAF3E3}" type="datetimeFigureOut">
              <a:t>23/05/2017</a:t>
            </a:fld>
          </a:p>
        </p:txBody>
      </p:sp>
      <p:sp>
        <p:nvSpPr>
          <p:cNvPr id="5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4A68E7AA-E7DA-4285-AEB5-5D6294348E2B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3A4835B4-E61B-4930-946E-4908F91DF8DA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F381A9CB-ED5C-4579-B3C2-C84641D92BA3}" type="slidenum">
              <a:t>‹#›</a:t>
            </a:fld>
          </a:p>
        </p:txBody>
      </p:sp>
    </p:spTree>
  </p:cSld>
</p:sldLayout>
</file>

<file path=ppt/slideLayouts/slideLayout24.xml><?xml version="1.0" encoding="utf-8"?>
<p:sldLayout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41067679-79F5-4655-9BC4-97E8F4083F41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Click to edit Master title style</a:t>
            </a:r>
          </a:p>
        </p:txBody>
      </p:sp>
      <p:sp>
        <p:nvSpPr>
          <p:cNvPr id="3" name="Content Placeholder 2">
            <a:extLst xmlns:a="http://schemas.openxmlformats.org/drawingml/2006/main">
              <a:ext uri="{FF2B5EF4-FFF2-40B4-BE49-F238E27FC236}">
                <a16:creationId xmlns:a16="http://schemas.microsoft.com/office/drawing/2014/main" id="{948D1B97-6219-4591-8A8B-0FD4DD311B17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</a:p>
        </p:txBody>
      </p:sp>
      <p:sp>
        <p:nvSpPr>
          <p:cNvPr id="4" name="Date Placeholder 3">
            <a:extLst xmlns:a="http://schemas.openxmlformats.org/drawingml/2006/main">
              <a:ext uri="{FF2B5EF4-FFF2-40B4-BE49-F238E27FC236}">
                <a16:creationId xmlns:a16="http://schemas.microsoft.com/office/drawing/2014/main" id="{729EEF64-5ADD-40F2-93F4-4283491A4129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ACD5F50D-CA1B-4AE8-85A0-B23159DAF3E3}" type="datetimeFigureOut">
              <a:t>23/05/2017</a:t>
            </a:fld>
          </a:p>
        </p:txBody>
      </p:sp>
      <p:sp>
        <p:nvSpPr>
          <p:cNvPr id="5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35FBA9C4-7ABD-4F62-A592-787D06ABF5DF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99460478-B504-4E71-BA9E-F5F1B19F4EC4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F381A9CB-ED5C-4579-B3C2-C84641D92BA3}" type="slidenum">
              <a:t>‹#›</a:t>
            </a:fld>
          </a:p>
        </p:txBody>
      </p:sp>
    </p:spTree>
  </p:cSld>
</p:sldLayout>
</file>

<file path=ppt/slideLayouts/slideLayout25.xml><?xml version="1.0" encoding="utf-8"?>
<p:sldLayout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114B592B-FF8D-4A4A-B1E2-4F926FAA7E68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2390775" y="27509788"/>
            <a:ext cx="25734963" cy="8504237"/>
          </a:xfrm>
        </p:spPr>
        <p:txBody>
          <a:bodyPr xmlns:a="http://schemas.openxmlformats.org/drawingml/2006/main" anchor="t"/>
          <a:lstStyle xmlns:a="http://schemas.openxmlformats.org/drawingml/2006/main">
            <a:lvl1pPr algn="l">
              <a:buNone/>
              <a:defRPr sz="4000" b="1" cap="all"/>
            </a:lvl1pPr>
          </a:lstStyle>
          <a:p xmlns:a="http://schemas.openxmlformats.org/drawingml/2006/main">
            <a:r>
              <a:t>Click to edit Master title style</a:t>
            </a:r>
          </a:p>
        </p:txBody>
      </p:sp>
      <p:sp>
        <p:nvSpPr>
          <p:cNvPr id="3" name="Text Placeholder 2">
            <a:extLst xmlns:a="http://schemas.openxmlformats.org/drawingml/2006/main">
              <a:ext uri="{FF2B5EF4-FFF2-40B4-BE49-F238E27FC236}">
                <a16:creationId xmlns:a16="http://schemas.microsoft.com/office/drawing/2014/main" id="{0EDE0019-3658-4D41-A9DC-E605F7A4283E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2390775" y="18145125"/>
            <a:ext cx="25734963" cy="9364663"/>
          </a:xfrm>
        </p:spPr>
        <p:txBody>
          <a:bodyPr xmlns:a="http://schemas.openxmlformats.org/drawingml/2006/main" anchor="b"/>
          <a:lstStyle xmlns:a="http://schemas.openxmlformats.org/drawingml/2006/main"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</p:txBody>
      </p:sp>
      <p:sp>
        <p:nvSpPr>
          <p:cNvPr id="4" name="Date Placeholder 3">
            <a:extLst xmlns:a="http://schemas.openxmlformats.org/drawingml/2006/main">
              <a:ext uri="{FF2B5EF4-FFF2-40B4-BE49-F238E27FC236}">
                <a16:creationId xmlns:a16="http://schemas.microsoft.com/office/drawing/2014/main" id="{51F24B64-91CE-4624-9E02-6A53131703C6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ACD5F50D-CA1B-4AE8-85A0-B23159DAF3E3}" type="datetimeFigureOut">
              <a:t>23/05/2017</a:t>
            </a:fld>
          </a:p>
        </p:txBody>
      </p:sp>
      <p:sp>
        <p:nvSpPr>
          <p:cNvPr id="5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657D3AA0-F98D-41B2-A9EC-FB7AFE184225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A38F1556-49EE-4417-9BE0-D6437926C0B7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F381A9CB-ED5C-4579-B3C2-C84641D92BA3}" type="slidenum">
              <a:t>‹#›</a:t>
            </a:fld>
          </a:p>
        </p:txBody>
      </p:sp>
    </p:spTree>
  </p:cSld>
</p:sldLayout>
</file>

<file path=ppt/slideLayouts/slideLayout26.xml><?xml version="1.0" encoding="utf-8"?>
<p:sldLayout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786B7718-144C-4F02-9757-474F8E1B5C4C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Click to edit Master title style</a:t>
            </a:r>
          </a:p>
        </p:txBody>
      </p:sp>
      <p:sp>
        <p:nvSpPr>
          <p:cNvPr id="3" name="Content Placeholder 2">
            <a:extLst xmlns:a="http://schemas.openxmlformats.org/drawingml/2006/main">
              <a:ext uri="{FF2B5EF4-FFF2-40B4-BE49-F238E27FC236}">
                <a16:creationId xmlns:a16="http://schemas.microsoft.com/office/drawing/2014/main" id="{3003DC3D-0175-4B1F-BF25-5F57C61E538D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>
          <a:xfrm xmlns:a="http://schemas.openxmlformats.org/drawingml/2006/main">
            <a:off x="1514475" y="9990138"/>
            <a:ext cx="13546138" cy="28252737"/>
          </a:xfr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 sz="2800"/>
            </a:lvl1pPr>
            <a:lvl2pPr>
              <a:buNone/>
              <a:defRPr sz="2400"/>
            </a:lvl2pPr>
            <a:lvl3pPr>
              <a:buNone/>
              <a:defRPr sz="2000"/>
            </a:lvl3pPr>
            <a:lvl4pPr>
              <a:buNone/>
              <a:defRPr sz="1800"/>
            </a:lvl4pPr>
            <a:lvl5pPr>
              <a:buNone/>
              <a:defRPr sz="1800"/>
            </a:lvl5pPr>
            <a:lvl6pPr>
              <a:buNone/>
              <a:defRPr sz="1800"/>
            </a:lvl6pPr>
            <a:lvl7pPr>
              <a:buNone/>
              <a:defRPr sz="1800"/>
            </a:lvl7pPr>
            <a:lvl8pPr>
              <a:buNone/>
              <a:defRPr sz="1800"/>
            </a:lvl8pPr>
            <a:lvl9pPr>
              <a:buNone/>
              <a:defRPr sz="1800"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</a:p>
        </p:txBody>
      </p:sp>
      <p:sp>
        <p:nvSpPr>
          <p:cNvPr id="4" name="Content Placeholder 3">
            <a:extLst xmlns:a="http://schemas.openxmlformats.org/drawingml/2006/main">
              <a:ext uri="{FF2B5EF4-FFF2-40B4-BE49-F238E27FC236}">
                <a16:creationId xmlns:a16="http://schemas.microsoft.com/office/drawing/2014/main" id="{0ED26090-CE81-4B61-AA5C-90A01DF2F53C}"/>
              </a:ext>
            </a:extLst>
          </p:cNvPr>
          <p:cNvSpPr>
            <a:spLocks xmlns:a="http://schemas.openxmlformats.org/drawingml/2006/main" noGrp="1"/>
          </p:cNvSpPr>
          <p:nvPr>
            <p:ph idx="2"/>
          </p:nvPr>
        </p:nvSpPr>
        <p:spPr>
          <a:xfrm xmlns:a="http://schemas.openxmlformats.org/drawingml/2006/main">
            <a:off x="15213013" y="9990138"/>
            <a:ext cx="13547725" cy="28252737"/>
          </a:xfr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 sz="2800"/>
            </a:lvl1pPr>
            <a:lvl2pPr>
              <a:buNone/>
              <a:defRPr sz="2400"/>
            </a:lvl2pPr>
            <a:lvl3pPr>
              <a:buNone/>
              <a:defRPr sz="2000"/>
            </a:lvl3pPr>
            <a:lvl4pPr>
              <a:buNone/>
              <a:defRPr sz="1800"/>
            </a:lvl4pPr>
            <a:lvl5pPr>
              <a:buNone/>
              <a:defRPr sz="1800"/>
            </a:lvl5pPr>
            <a:lvl6pPr>
              <a:buNone/>
              <a:defRPr sz="1800"/>
            </a:lvl6pPr>
            <a:lvl7pPr>
              <a:buNone/>
              <a:defRPr sz="1800"/>
            </a:lvl7pPr>
            <a:lvl8pPr>
              <a:buNone/>
              <a:defRPr sz="1800"/>
            </a:lvl8pPr>
            <a:lvl9pPr>
              <a:buNone/>
              <a:defRPr sz="1800"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</a:p>
        </p:txBody>
      </p:sp>
      <p:sp>
        <p:nvSpPr>
          <p:cNvPr id="5" name="Date Placeholder 4">
            <a:extLst xmlns:a="http://schemas.openxmlformats.org/drawingml/2006/main">
              <a:ext uri="{FF2B5EF4-FFF2-40B4-BE49-F238E27FC236}">
                <a16:creationId xmlns:a16="http://schemas.microsoft.com/office/drawing/2014/main" id="{A660E35F-383D-47D2-981F-C12555AA6C88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ACD5F50D-CA1B-4AE8-85A0-B23159DAF3E3}" type="datetimeFigureOut">
              <a:t>23/05/2017</a:t>
            </a:fld>
          </a:p>
        </p:txBody>
      </p:sp>
      <p:sp>
        <p:nvSpPr>
          <p:cNvPr id="6" name="Footer Placeholder 5">
            <a:extLst xmlns:a="http://schemas.openxmlformats.org/drawingml/2006/main">
              <a:ext uri="{FF2B5EF4-FFF2-40B4-BE49-F238E27FC236}">
                <a16:creationId xmlns:a16="http://schemas.microsoft.com/office/drawing/2014/main" id="{F6E6608C-A35B-435E-B2EA-0F08FDE508DD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 6">
            <a:extLst xmlns:a="http://schemas.openxmlformats.org/drawingml/2006/main">
              <a:ext uri="{FF2B5EF4-FFF2-40B4-BE49-F238E27FC236}">
                <a16:creationId xmlns:a16="http://schemas.microsoft.com/office/drawing/2014/main" id="{8FD5F6A6-B278-4B73-A875-7DCB58F6E6E4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F381A9CB-ED5C-4579-B3C2-C84641D92BA3}" type="slidenum">
              <a:t>‹#›</a:t>
            </a:fld>
          </a:p>
        </p:txBody>
      </p:sp>
    </p:spTree>
  </p:cSld>
</p:sldLayout>
</file>

<file path=ppt/slideLayouts/slideLayout27.xml><?xml version="1.0" encoding="utf-8"?>
<p:sldLayout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E8ED8C66-4527-4259-AE77-47C72112A325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>
            <a:lvl1pPr>
              <a:buNone/>
              <a:defRPr/>
            </a:lvl1pPr>
          </a:lstStyle>
          <a:p xmlns:a="http://schemas.openxmlformats.org/drawingml/2006/main">
            <a:r>
              <a:t>Click to edit Master title style</a:t>
            </a:r>
          </a:p>
        </p:txBody>
      </p:sp>
      <p:sp>
        <p:nvSpPr>
          <p:cNvPr id="3" name="Text Placeholder 2">
            <a:extLst xmlns:a="http://schemas.openxmlformats.org/drawingml/2006/main">
              <a:ext uri="{FF2B5EF4-FFF2-40B4-BE49-F238E27FC236}">
                <a16:creationId xmlns:a16="http://schemas.microsoft.com/office/drawing/2014/main" id="{A7178883-85E1-46FF-93C2-F4801CACD0B3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1514475" y="9583738"/>
            <a:ext cx="13376275" cy="3992562"/>
          </a:xfrm>
        </p:spPr>
        <p:txBody>
          <a:bodyPr xmlns:a="http://schemas.openxmlformats.org/drawingml/2006/main" anchor="b"/>
          <a:lstStyle xmlns:a="http://schemas.openxmlformats.org/drawingml/2006/main"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</p:txBody>
      </p:sp>
      <p:sp>
        <p:nvSpPr>
          <p:cNvPr id="4" name="Content Placeholder 3">
            <a:extLst xmlns:a="http://schemas.openxmlformats.org/drawingml/2006/main">
              <a:ext uri="{FF2B5EF4-FFF2-40B4-BE49-F238E27FC236}">
                <a16:creationId xmlns:a16="http://schemas.microsoft.com/office/drawing/2014/main" id="{B7931FB5-E4CD-494C-8FC7-6E6DA1B02E8A}"/>
              </a:ext>
            </a:extLst>
          </p:cNvPr>
          <p:cNvSpPr>
            <a:spLocks xmlns:a="http://schemas.openxmlformats.org/drawingml/2006/main" noGrp="1"/>
          </p:cNvSpPr>
          <p:nvPr>
            <p:ph idx="2"/>
          </p:nvPr>
        </p:nvSpPr>
        <p:spPr>
          <a:xfrm xmlns:a="http://schemas.openxmlformats.org/drawingml/2006/main">
            <a:off x="1514475" y="13576300"/>
            <a:ext cx="13376275" cy="24666575"/>
          </a:xfr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 sz="2400"/>
            </a:lvl1pPr>
            <a:lvl2pPr>
              <a:buNone/>
              <a:defRPr sz="2000"/>
            </a:lvl2pPr>
            <a:lvl3pPr>
              <a:buNone/>
              <a:defRPr sz="1800"/>
            </a:lvl3pPr>
            <a:lvl4pPr>
              <a:buNone/>
              <a:defRPr sz="1600"/>
            </a:lvl4pPr>
            <a:lvl5pPr>
              <a:buNone/>
              <a:defRPr sz="1600"/>
            </a:lvl5pPr>
            <a:lvl6pPr>
              <a:buNone/>
              <a:defRPr sz="1600"/>
            </a:lvl6pPr>
            <a:lvl7pPr>
              <a:buNone/>
              <a:defRPr sz="1600"/>
            </a:lvl7pPr>
            <a:lvl8pPr>
              <a:buNone/>
              <a:defRPr sz="1600"/>
            </a:lvl8pPr>
            <a:lvl9pPr>
              <a:buNone/>
              <a:defRPr sz="1600"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</a:p>
        </p:txBody>
      </p:sp>
      <p:sp>
        <p:nvSpPr>
          <p:cNvPr id="5" name="Text Placeholder 4">
            <a:extLst xmlns:a="http://schemas.openxmlformats.org/drawingml/2006/main">
              <a:ext uri="{FF2B5EF4-FFF2-40B4-BE49-F238E27FC236}">
                <a16:creationId xmlns:a16="http://schemas.microsoft.com/office/drawing/2014/main" id="{F36A95F1-3003-4573-802A-2CD955212351}"/>
              </a:ext>
            </a:extLst>
          </p:cNvPr>
          <p:cNvSpPr>
            <a:spLocks xmlns:a="http://schemas.openxmlformats.org/drawingml/2006/main" noGrp="1"/>
          </p:cNvSpPr>
          <p:nvPr>
            <p:ph type="body" idx="3"/>
          </p:nvPr>
        </p:nvSpPr>
        <p:spPr>
          <a:xfrm xmlns:a="http://schemas.openxmlformats.org/drawingml/2006/main">
            <a:off x="15379700" y="9583738"/>
            <a:ext cx="13381038" cy="3992562"/>
          </a:xfrm>
        </p:spPr>
        <p:txBody>
          <a:bodyPr xmlns:a="http://schemas.openxmlformats.org/drawingml/2006/main" anchor="b"/>
          <a:lstStyle xmlns:a="http://schemas.openxmlformats.org/drawingml/2006/main"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</p:txBody>
      </p:sp>
      <p:sp>
        <p:nvSpPr>
          <p:cNvPr id="6" name="Content Placeholder 5">
            <a:extLst xmlns:a="http://schemas.openxmlformats.org/drawingml/2006/main">
              <a:ext uri="{FF2B5EF4-FFF2-40B4-BE49-F238E27FC236}">
                <a16:creationId xmlns:a16="http://schemas.microsoft.com/office/drawing/2014/main" id="{4694E564-D976-4889-9D1D-48F877778868}"/>
              </a:ext>
            </a:extLst>
          </p:cNvPr>
          <p:cNvSpPr>
            <a:spLocks xmlns:a="http://schemas.openxmlformats.org/drawingml/2006/main" noGrp="1"/>
          </p:cNvSpPr>
          <p:nvPr>
            <p:ph idx="4"/>
          </p:nvPr>
        </p:nvSpPr>
        <p:spPr>
          <a:xfrm xmlns:a="http://schemas.openxmlformats.org/drawingml/2006/main">
            <a:off x="15379700" y="13576300"/>
            <a:ext cx="13381038" cy="24666575"/>
          </a:xfr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 sz="2400"/>
            </a:lvl1pPr>
            <a:lvl2pPr>
              <a:buNone/>
              <a:defRPr sz="2000"/>
            </a:lvl2pPr>
            <a:lvl3pPr>
              <a:buNone/>
              <a:defRPr sz="1800"/>
            </a:lvl3pPr>
            <a:lvl4pPr>
              <a:buNone/>
              <a:defRPr sz="1600"/>
            </a:lvl4pPr>
            <a:lvl5pPr>
              <a:buNone/>
              <a:defRPr sz="1600"/>
            </a:lvl5pPr>
            <a:lvl6pPr>
              <a:buNone/>
              <a:defRPr sz="1600"/>
            </a:lvl6pPr>
            <a:lvl7pPr>
              <a:buNone/>
              <a:defRPr sz="1600"/>
            </a:lvl7pPr>
            <a:lvl8pPr>
              <a:buNone/>
              <a:defRPr sz="1600"/>
            </a:lvl8pPr>
            <a:lvl9pPr>
              <a:buNone/>
              <a:defRPr sz="1600"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</a:p>
        </p:txBody>
      </p:sp>
      <p:sp>
        <p:nvSpPr>
          <p:cNvPr id="7" name="Date Placeholder 6">
            <a:extLst xmlns:a="http://schemas.openxmlformats.org/drawingml/2006/main">
              <a:ext uri="{FF2B5EF4-FFF2-40B4-BE49-F238E27FC236}">
                <a16:creationId xmlns:a16="http://schemas.microsoft.com/office/drawing/2014/main" id="{1EC5E650-4342-4221-BC32-45CAF2B341D1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ACD5F50D-CA1B-4AE8-85A0-B23159DAF3E3}" type="datetimeFigureOut">
              <a:t>23/05/2017</a:t>
            </a:fld>
          </a:p>
        </p:txBody>
      </p:sp>
      <p:sp>
        <p:nvSpPr>
          <p:cNvPr id="8" name="Footer Placeholder 7">
            <a:extLst xmlns:a="http://schemas.openxmlformats.org/drawingml/2006/main">
              <a:ext uri="{FF2B5EF4-FFF2-40B4-BE49-F238E27FC236}">
                <a16:creationId xmlns:a16="http://schemas.microsoft.com/office/drawing/2014/main" id="{E7884A27-EA35-4C16-97B5-6F67A7E9795E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9" name="Slide Number Placeholder 8">
            <a:extLst xmlns:a="http://schemas.openxmlformats.org/drawingml/2006/main">
              <a:ext uri="{FF2B5EF4-FFF2-40B4-BE49-F238E27FC236}">
                <a16:creationId xmlns:a16="http://schemas.microsoft.com/office/drawing/2014/main" id="{7BDE1A64-C7CE-4F29-AF7E-C3BEFD60993F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F381A9CB-ED5C-4579-B3C2-C84641D92BA3}" type="slidenum">
              <a:t>‹#›</a:t>
            </a:fld>
          </a:p>
        </p:txBody>
      </p:sp>
    </p:spTree>
  </p:cSld>
</p:sldLayout>
</file>

<file path=ppt/slideLayouts/slideLayout28.xml><?xml version="1.0" encoding="utf-8"?>
<p:sldLayout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5619AB4D-050F-48DD-A66E-58E9DA289F3F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Click to edit Master title style</a:t>
            </a:r>
          </a:p>
        </p:txBody>
      </p:sp>
      <p:sp>
        <p:nvSpPr>
          <p:cNvPr id="3" name="Date Placeholder 2">
            <a:extLst xmlns:a="http://schemas.openxmlformats.org/drawingml/2006/main">
              <a:ext uri="{FF2B5EF4-FFF2-40B4-BE49-F238E27FC236}">
                <a16:creationId xmlns:a16="http://schemas.microsoft.com/office/drawing/2014/main" id="{98D83D35-BCBD-4FC4-A289-9924BF01E162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ACD5F50D-CA1B-4AE8-85A0-B23159DAF3E3}" type="datetimeFigureOut">
              <a:t>23/05/2017</a:t>
            </a:fld>
          </a:p>
        </p:txBody>
      </p:sp>
      <p:sp>
        <p:nvSpPr>
          <p:cNvPr id="4" name="Footer Placeholder 3">
            <a:extLst xmlns:a="http://schemas.openxmlformats.org/drawingml/2006/main">
              <a:ext uri="{FF2B5EF4-FFF2-40B4-BE49-F238E27FC236}">
                <a16:creationId xmlns:a16="http://schemas.microsoft.com/office/drawing/2014/main" id="{656DB7ED-C05E-4E60-A659-D28AF7A34BC8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Slide Number Placeholder 4">
            <a:extLst xmlns:a="http://schemas.openxmlformats.org/drawingml/2006/main">
              <a:ext uri="{FF2B5EF4-FFF2-40B4-BE49-F238E27FC236}">
                <a16:creationId xmlns:a16="http://schemas.microsoft.com/office/drawing/2014/main" id="{216DC663-32C4-41FC-AFCD-58DD365736BD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F381A9CB-ED5C-4579-B3C2-C84641D92BA3}" type="slidenum">
              <a:t>‹#›</a:t>
            </a:fld>
          </a:p>
        </p:txBody>
      </p:sp>
    </p:spTree>
  </p:cSld>
</p:sldLayout>
</file>

<file path=ppt/slideLayouts/slideLayout29.xml><?xml version="1.0" encoding="utf-8"?>
<p:sldLayout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Date Placeholder 1">
            <a:extLst xmlns:a="http://schemas.openxmlformats.org/drawingml/2006/main">
              <a:ext uri="{FF2B5EF4-FFF2-40B4-BE49-F238E27FC236}">
                <a16:creationId xmlns:a16="http://schemas.microsoft.com/office/drawing/2014/main" id="{60A5A7E2-A896-4C32-B5E9-46710F362914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ACD5F50D-CA1B-4AE8-85A0-B23159DAF3E3}" type="datetimeFigureOut">
              <a:t>23/05/2017</a:t>
            </a:fld>
          </a:p>
        </p:txBody>
      </p:sp>
      <p:sp>
        <p:nvSpPr>
          <p:cNvPr id="3" name="Footer Placeholder 2">
            <a:extLst xmlns:a="http://schemas.openxmlformats.org/drawingml/2006/main">
              <a:ext uri="{FF2B5EF4-FFF2-40B4-BE49-F238E27FC236}">
                <a16:creationId xmlns:a16="http://schemas.microsoft.com/office/drawing/2014/main" id="{3611DDB0-B1E8-4BA4-8D98-27FC1BC82D9D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>
            <a:extLst xmlns:a="http://schemas.openxmlformats.org/drawingml/2006/main">
              <a:ext uri="{FF2B5EF4-FFF2-40B4-BE49-F238E27FC236}">
                <a16:creationId xmlns:a16="http://schemas.microsoft.com/office/drawing/2014/main" id="{0F4CAB9D-9E4C-4534-95D4-8769DFAD7447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F381A9CB-ED5C-4579-B3C2-C84641D92BA3}" type="slidenum">
              <a:t>‹#›</a:t>
            </a:fld>
          </a:p>
        </p:txBody>
      </p:sp>
    </p:spTree>
  </p:cSld>
</p:sldLayout>
</file>

<file path=ppt/slideLayouts/slideLayout30.xml><?xml version="1.0" encoding="utf-8"?>
<p:sldLayout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2BC2BBB4-CB3C-4335-BADB-906A7865E676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514475" y="1704975"/>
            <a:ext cx="9959975" cy="7253288"/>
          </a:xfrm>
        </p:spPr>
        <p:txBody>
          <a:bodyPr xmlns:a="http://schemas.openxmlformats.org/drawingml/2006/main" anchor="b"/>
          <a:lstStyle xmlns:a="http://schemas.openxmlformats.org/drawingml/2006/main">
            <a:lvl1pPr algn="l">
              <a:buNone/>
              <a:defRPr sz="2000" b="1"/>
            </a:lvl1pPr>
          </a:lstStyle>
          <a:p xmlns:a="http://schemas.openxmlformats.org/drawingml/2006/main">
            <a:r>
              <a:t>Click to edit Master title style</a:t>
            </a:r>
          </a:p>
        </p:txBody>
      </p:sp>
      <p:sp>
        <p:nvSpPr>
          <p:cNvPr id="3" name="Content Placeholder 2">
            <a:extLst xmlns:a="http://schemas.openxmlformats.org/drawingml/2006/main">
              <a:ext uri="{FF2B5EF4-FFF2-40B4-BE49-F238E27FC236}">
                <a16:creationId xmlns:a16="http://schemas.microsoft.com/office/drawing/2014/main" id="{51686882-92A9-47B9-87A3-5D026493DFC4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>
          <a:xfrm xmlns:a="http://schemas.openxmlformats.org/drawingml/2006/main">
            <a:off x="11836400" y="1704975"/>
            <a:ext cx="16924338" cy="36537900"/>
          </a:xfr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 sz="3200"/>
            </a:lvl1pPr>
            <a:lvl2pPr>
              <a:buNone/>
              <a:defRPr sz="2800"/>
            </a:lvl2pPr>
            <a:lvl3pPr>
              <a:buNone/>
              <a:defRPr sz="2400"/>
            </a:lvl3pPr>
            <a:lvl4pPr>
              <a:buNone/>
              <a:defRPr sz="2000"/>
            </a:lvl4pPr>
            <a:lvl5pPr>
              <a:buNone/>
              <a:defRPr sz="2000"/>
            </a:lvl5pPr>
            <a:lvl6pPr>
              <a:buNone/>
              <a:defRPr sz="2000"/>
            </a:lvl6pPr>
            <a:lvl7pPr>
              <a:buNone/>
              <a:defRPr sz="2000"/>
            </a:lvl7pPr>
            <a:lvl8pPr>
              <a:buNone/>
              <a:defRPr sz="2000"/>
            </a:lvl8pPr>
            <a:lvl9pPr>
              <a:buNone/>
              <a:defRPr sz="2000"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</a:p>
        </p:txBody>
      </p:sp>
      <p:sp>
        <p:nvSpPr>
          <p:cNvPr id="4" name="Text Placeholder 3">
            <a:extLst xmlns:a="http://schemas.openxmlformats.org/drawingml/2006/main">
              <a:ext uri="{FF2B5EF4-FFF2-40B4-BE49-F238E27FC236}">
                <a16:creationId xmlns:a16="http://schemas.microsoft.com/office/drawing/2014/main" id="{E340907A-38B8-4001-8A7D-DFB5D797427F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1514475" y="8958263"/>
            <a:ext cx="9959975" cy="29284612"/>
          </a:xfrm>
        </p:spPr>
        <p:txBody>
          <a:bodyPr xmlns:a="http://schemas.openxmlformats.org/drawingml/2006/main"/>
          <a:lstStyle xmlns:a="http://schemas.openxmlformats.org/drawingml/2006/main"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</p:txBody>
      </p:sp>
      <p:sp>
        <p:nvSpPr>
          <p:cNvPr id="5" name="Date Placeholder 4">
            <a:extLst xmlns:a="http://schemas.openxmlformats.org/drawingml/2006/main">
              <a:ext uri="{FF2B5EF4-FFF2-40B4-BE49-F238E27FC236}">
                <a16:creationId xmlns:a16="http://schemas.microsoft.com/office/drawing/2014/main" id="{46CC75CD-05F2-4A5B-B493-B403C368B3A6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ACD5F50D-CA1B-4AE8-85A0-B23159DAF3E3}" type="datetimeFigureOut">
              <a:t>23/05/2017</a:t>
            </a:fld>
          </a:p>
        </p:txBody>
      </p:sp>
      <p:sp>
        <p:nvSpPr>
          <p:cNvPr id="6" name="Footer Placeholder 5">
            <a:extLst xmlns:a="http://schemas.openxmlformats.org/drawingml/2006/main">
              <a:ext uri="{FF2B5EF4-FFF2-40B4-BE49-F238E27FC236}">
                <a16:creationId xmlns:a16="http://schemas.microsoft.com/office/drawing/2014/main" id="{C54A229F-B11F-4518-AB9A-CF89423C2D17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 6">
            <a:extLst xmlns:a="http://schemas.openxmlformats.org/drawingml/2006/main">
              <a:ext uri="{FF2B5EF4-FFF2-40B4-BE49-F238E27FC236}">
                <a16:creationId xmlns:a16="http://schemas.microsoft.com/office/drawing/2014/main" id="{50B9CD9F-7320-414F-93A7-BF9E6C4C1588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F381A9CB-ED5C-4579-B3C2-C84641D92BA3}" type="slidenum">
              <a:t>‹#›</a:t>
            </a:fld>
          </a:p>
        </p:txBody>
      </p:sp>
    </p:spTree>
  </p:cSld>
</p:sldLayout>
</file>

<file path=ppt/slideLayouts/slideLayout31.xml><?xml version="1.0" encoding="utf-8"?>
<p:sldLayout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5E4B724C-4E9D-4F63-9BF2-AB57333A173F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5934075" y="29968825"/>
            <a:ext cx="18165763" cy="3536950"/>
          </a:xfrm>
        </p:spPr>
        <p:txBody>
          <a:bodyPr xmlns:a="http://schemas.openxmlformats.org/drawingml/2006/main" anchor="b"/>
          <a:lstStyle xmlns:a="http://schemas.openxmlformats.org/drawingml/2006/main">
            <a:lvl1pPr algn="l">
              <a:buNone/>
              <a:defRPr sz="2000" b="1"/>
            </a:lvl1pPr>
          </a:lstStyle>
          <a:p xmlns:a="http://schemas.openxmlformats.org/drawingml/2006/main">
            <a:r>
              <a:t>Click to edit Master title style</a:t>
            </a:r>
          </a:p>
        </p:txBody>
      </p:sp>
      <p:sp>
        <p:nvSpPr>
          <p:cNvPr id="3" name="Picture Placeholder 2">
            <a:extLst xmlns:a="http://schemas.openxmlformats.org/drawingml/2006/main">
              <a:ext uri="{FF2B5EF4-FFF2-40B4-BE49-F238E27FC236}">
                <a16:creationId xmlns:a16="http://schemas.microsoft.com/office/drawing/2014/main" id="{4449D5DE-E08F-4C70-A7D8-80394FDB8481}"/>
              </a:ext>
            </a:extLst>
          </p:cNvPr>
          <p:cNvSpPr>
            <a:spLocks xmlns:a="http://schemas.openxmlformats.org/drawingml/2006/main" noGrp="1"/>
          </p:cNvSpPr>
          <p:nvPr>
            <p:ph type="pic" idx="1"/>
          </p:nvPr>
        </p:nvSpPr>
        <p:spPr>
          <a:xfrm xmlns:a="http://schemas.openxmlformats.org/drawingml/2006/main">
            <a:off x="5934075" y="3825875"/>
            <a:ext cx="18165763" cy="25685750"/>
          </a:xfrm>
        </p:spPr>
        <p:txBody>
          <a:bodyPr xmlns:a="http://schemas.openxmlformats.org/drawingml/2006/main"/>
          <a:lstStyle xmlns:a="http://schemas.openxmlformats.org/drawingml/2006/main"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 xmlns:a="http://schemas.openxmlformats.org/drawingml/2006/main"/>
        </p:txBody>
      </p:sp>
      <p:sp>
        <p:nvSpPr>
          <p:cNvPr id="4" name="Text Placeholder 3">
            <a:extLst xmlns:a="http://schemas.openxmlformats.org/drawingml/2006/main">
              <a:ext uri="{FF2B5EF4-FFF2-40B4-BE49-F238E27FC236}">
                <a16:creationId xmlns:a16="http://schemas.microsoft.com/office/drawing/2014/main" id="{A80FF9BE-0122-4AEA-B8F8-5635E91E4786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5934075" y="33505775"/>
            <a:ext cx="18165763" cy="5024438"/>
          </a:xfrm>
        </p:spPr>
        <p:txBody>
          <a:bodyPr xmlns:a="http://schemas.openxmlformats.org/drawingml/2006/main"/>
          <a:lstStyle xmlns:a="http://schemas.openxmlformats.org/drawingml/2006/main"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</p:txBody>
      </p:sp>
      <p:sp>
        <p:nvSpPr>
          <p:cNvPr id="5" name="Date Placeholder 4">
            <a:extLst xmlns:a="http://schemas.openxmlformats.org/drawingml/2006/main">
              <a:ext uri="{FF2B5EF4-FFF2-40B4-BE49-F238E27FC236}">
                <a16:creationId xmlns:a16="http://schemas.microsoft.com/office/drawing/2014/main" id="{199A4D4C-6966-4947-BEDB-585659B0EF2E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ACD5F50D-CA1B-4AE8-85A0-B23159DAF3E3}" type="datetimeFigureOut">
              <a:t>23/05/2017</a:t>
            </a:fld>
          </a:p>
        </p:txBody>
      </p:sp>
      <p:sp>
        <p:nvSpPr>
          <p:cNvPr id="6" name="Footer Placeholder 5">
            <a:extLst xmlns:a="http://schemas.openxmlformats.org/drawingml/2006/main">
              <a:ext uri="{FF2B5EF4-FFF2-40B4-BE49-F238E27FC236}">
                <a16:creationId xmlns:a16="http://schemas.microsoft.com/office/drawing/2014/main" id="{1F2B072F-AA92-4C43-AE39-4FB090209643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 6">
            <a:extLst xmlns:a="http://schemas.openxmlformats.org/drawingml/2006/main">
              <a:ext uri="{FF2B5EF4-FFF2-40B4-BE49-F238E27FC236}">
                <a16:creationId xmlns:a16="http://schemas.microsoft.com/office/drawing/2014/main" id="{29BFF0C5-FC76-4BFC-B6AD-8D92425AC4AC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F381A9CB-ED5C-4579-B3C2-C84641D92BA3}" type="slidenum">
              <a:t>‹#›</a:t>
            </a:fld>
          </a:p>
        </p:txBody>
      </p:sp>
    </p:spTree>
  </p:cSld>
</p:sldLayout>
</file>

<file path=ppt/slideLayouts/slideLayout32.xml><?xml version="1.0" encoding="utf-8"?>
<p:sldLayout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2B6FAB98-F78C-46F8-BFC1-F053C673E198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Click to edit Master title style</a:t>
            </a:r>
          </a:p>
        </p:txBody>
      </p:sp>
      <p:sp>
        <p:nvSpPr>
          <p:cNvPr id="3" name="Vertical Text Placeholder 2">
            <a:extLst xmlns:a="http://schemas.openxmlformats.org/drawingml/2006/main">
              <a:ext uri="{FF2B5EF4-FFF2-40B4-BE49-F238E27FC236}">
                <a16:creationId xmlns:a16="http://schemas.microsoft.com/office/drawing/2014/main" id="{44700828-4FA6-49B7-AF03-99ED46362032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 vert="eaVert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</a:p>
        </p:txBody>
      </p:sp>
      <p:sp>
        <p:nvSpPr>
          <p:cNvPr id="4" name="Date Placeholder 3">
            <a:extLst xmlns:a="http://schemas.openxmlformats.org/drawingml/2006/main">
              <a:ext uri="{FF2B5EF4-FFF2-40B4-BE49-F238E27FC236}">
                <a16:creationId xmlns:a16="http://schemas.microsoft.com/office/drawing/2014/main" id="{6E41904F-EAC4-4D1A-B6B5-8C1C086124F8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ACD5F50D-CA1B-4AE8-85A0-B23159DAF3E3}" type="datetimeFigureOut">
              <a:t>23/05/2017</a:t>
            </a:fld>
          </a:p>
        </p:txBody>
      </p:sp>
      <p:sp>
        <p:nvSpPr>
          <p:cNvPr id="5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6E9307EE-2332-4E11-8CE7-4FBA4287D6BA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DC0C6261-01EF-4AC1-A53E-124774C5B715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F381A9CB-ED5C-4579-B3C2-C84641D92BA3}" type="slidenum">
              <a:t>‹#›</a:t>
            </a:fld>
          </a:p>
        </p:txBody>
      </p:sp>
    </p:spTree>
  </p:cSld>
</p:sldLayout>
</file>

<file path=ppt/slideLayouts/slideLayout33.xml><?xml version="1.0" encoding="utf-8"?>
<p:sldLayout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Vertical Title 1">
            <a:extLst xmlns:a="http://schemas.openxmlformats.org/drawingml/2006/main">
              <a:ext uri="{FF2B5EF4-FFF2-40B4-BE49-F238E27FC236}">
                <a16:creationId xmlns:a16="http://schemas.microsoft.com/office/drawing/2014/main" id="{AFA3820C-800A-45C0-BA34-90E24D346FF6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21950363" y="1714500"/>
            <a:ext cx="6810375" cy="36528375"/>
          </a:xfrm>
        </p:spPr>
        <p:txBody>
          <a:bodyPr xmlns:a="http://schemas.openxmlformats.org/drawingml/2006/main" vert="eaVert"/>
          <a:lstStyle xmlns:a="http://schemas.openxmlformats.org/drawingml/2006/main"/>
          <a:p xmlns:a="http://schemas.openxmlformats.org/drawingml/2006/main">
            <a:r>
              <a:t>Click to edit Master title style</a:t>
            </a:r>
          </a:p>
        </p:txBody>
      </p:sp>
      <p:sp>
        <p:nvSpPr>
          <p:cNvPr id="3" name="Vertical Text Placeholder 2">
            <a:extLst xmlns:a="http://schemas.openxmlformats.org/drawingml/2006/main">
              <a:ext uri="{FF2B5EF4-FFF2-40B4-BE49-F238E27FC236}">
                <a16:creationId xmlns:a16="http://schemas.microsoft.com/office/drawing/2014/main" id="{EA7676C2-EFFE-44CD-A92D-608DD9EE80E6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1514475" y="1714500"/>
            <a:ext cx="20283488" cy="36528375"/>
          </a:xfrm>
        </p:spPr>
        <p:txBody>
          <a:bodyPr xmlns:a="http://schemas.openxmlformats.org/drawingml/2006/main" vert="eaVert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</a:p>
        </p:txBody>
      </p:sp>
      <p:sp>
        <p:nvSpPr>
          <p:cNvPr id="4" name="Date Placeholder 3">
            <a:extLst xmlns:a="http://schemas.openxmlformats.org/drawingml/2006/main">
              <a:ext uri="{FF2B5EF4-FFF2-40B4-BE49-F238E27FC236}">
                <a16:creationId xmlns:a16="http://schemas.microsoft.com/office/drawing/2014/main" id="{A148007F-63E5-43A0-9C27-B6057AA411E0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ACD5F50D-CA1B-4AE8-85A0-B23159DAF3E3}" type="datetimeFigureOut">
              <a:t>23/05/2017</a:t>
            </a:fld>
          </a:p>
        </p:txBody>
      </p:sp>
      <p:sp>
        <p:nvSpPr>
          <p:cNvPr id="5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814E1A05-691D-42EB-808E-CD1047A38080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5CC7F73B-6626-4D7E-9630-CB051BE01228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F381A9CB-ED5C-4579-B3C2-C84641D92BA3}" type="slidenum">
              <a:t>‹#›</a:t>
            </a:fld>
          </a:p>
        </p:txBody>
      </p:sp>
    </p:spTree>
  </p:cSld>
</p:sldLayout>
</file>

<file path=ppt/slideLayouts/slideLayout34.xml><?xml version="1.0" encoding="utf-8"?>
<p:sldLayout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927E156B-8244-44B1-B5A3-B5934E5BB861}"/>
              </a:ext>
            </a:extLst>
          </p:cNvPr>
          <p:cNvSpPr>
            <a:spLocks xmlns:a="http://schemas.openxmlformats.org/drawingml/2006/main" noGrp="1"/>
          </p:cNvSpPr>
          <p:nvPr>
            <p:ph type="ctrTitle" idx="0"/>
          </p:nvPr>
        </p:nvSpPr>
        <p:spPr>
          <a:xfrm xmlns:a="http://schemas.openxmlformats.org/drawingml/2006/main">
            <a:off x="2270125" y="13300075"/>
            <a:ext cx="25734963" cy="9175750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Click to edit Master title style</a:t>
            </a:r>
          </a:p>
        </p:txBody>
      </p:sp>
      <p:sp>
        <p:nvSpPr>
          <p:cNvPr id="3" name="Subtitle 2">
            <a:extLst xmlns:a="http://schemas.openxmlformats.org/drawingml/2006/main">
              <a:ext uri="{FF2B5EF4-FFF2-40B4-BE49-F238E27FC236}">
                <a16:creationId xmlns:a16="http://schemas.microsoft.com/office/drawing/2014/main" id="{03ABBD00-288C-474D-95F2-92F3CB30E941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4541838" y="24260175"/>
            <a:ext cx="21191537" cy="10941050"/>
          </a:xfrm>
        </p:spPr>
        <p:txBody>
          <a:bodyPr xmlns:a="http://schemas.openxmlformats.org/drawingml/2006/main"/>
          <a:lstStyle xmlns:a="http://schemas.openxmlformats.org/drawingml/2006/main"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 xmlns:a="http://schemas.openxmlformats.org/drawingml/2006/main">
            <a:r>
              <a:t>Click to edit Master subtitle style</a:t>
            </a:r>
          </a:p>
        </p:txBody>
      </p:sp>
      <p:sp>
        <p:nvSpPr>
          <p:cNvPr id="4" name="Date Placeholder 3">
            <a:extLst xmlns:a="http://schemas.openxmlformats.org/drawingml/2006/main">
              <a:ext uri="{FF2B5EF4-FFF2-40B4-BE49-F238E27FC236}">
                <a16:creationId xmlns:a16="http://schemas.microsoft.com/office/drawing/2014/main" id="{F65A8076-E6FE-4036-BC56-FE5538B62E6B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AB0559A7-9A97-44F2-90C7-49938F5CA556}" type="datetimeFigureOut">
              <a:t>23/05/2017</a:t>
            </a:fld>
          </a:p>
        </p:txBody>
      </p:sp>
      <p:sp>
        <p:nvSpPr>
          <p:cNvPr id="5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09AC23AB-034E-46D6-856A-750BD8F6A1AE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572DEDDC-4EE3-4AFF-973A-36AF4AA5DB08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B2722BE7-51AC-4551-A028-822C533957BD}" type="slidenum">
              <a:t>‹#›</a:t>
            </a:fld>
          </a:p>
        </p:txBody>
      </p:sp>
    </p:spTree>
  </p:cSld>
</p:sldLayout>
</file>

<file path=ppt/slideLayouts/slideLayout35.xml><?xml version="1.0" encoding="utf-8"?>
<p:sldLayout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E34A6A2F-6C6D-41B6-8173-267AE923D212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Click to edit Master title style</a:t>
            </a:r>
          </a:p>
        </p:txBody>
      </p:sp>
      <p:sp>
        <p:nvSpPr>
          <p:cNvPr id="3" name="Content Placeholder 2">
            <a:extLst xmlns:a="http://schemas.openxmlformats.org/drawingml/2006/main">
              <a:ext uri="{FF2B5EF4-FFF2-40B4-BE49-F238E27FC236}">
                <a16:creationId xmlns:a16="http://schemas.microsoft.com/office/drawing/2014/main" id="{DDB89247-C704-4B46-B7AA-158623F30D19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</a:p>
        </p:txBody>
      </p:sp>
      <p:sp>
        <p:nvSpPr>
          <p:cNvPr id="4" name="Date Placeholder 3">
            <a:extLst xmlns:a="http://schemas.openxmlformats.org/drawingml/2006/main">
              <a:ext uri="{FF2B5EF4-FFF2-40B4-BE49-F238E27FC236}">
                <a16:creationId xmlns:a16="http://schemas.microsoft.com/office/drawing/2014/main" id="{A2E1B85E-94B6-4125-A4CA-B16F09963959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AB0559A7-9A97-44F2-90C7-49938F5CA556}" type="datetimeFigureOut">
              <a:t>23/05/2017</a:t>
            </a:fld>
          </a:p>
        </p:txBody>
      </p:sp>
      <p:sp>
        <p:nvSpPr>
          <p:cNvPr id="5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F7007E71-F591-4DC4-A986-9BE9A3F7E9F1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6CBB2B80-B64A-4588-8AF3-642C52B92EE9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B2722BE7-51AC-4551-A028-822C533957BD}" type="slidenum">
              <a:t>‹#›</a:t>
            </a:fld>
          </a:p>
        </p:txBody>
      </p:sp>
    </p:spTree>
  </p:cSld>
</p:sldLayout>
</file>

<file path=ppt/slideLayouts/slideLayout36.xml><?xml version="1.0" encoding="utf-8"?>
<p:sldLayout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D63F0073-F48A-4080-AAD6-E12663321D24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2390775" y="27509788"/>
            <a:ext cx="25734963" cy="8504237"/>
          </a:xfrm>
        </p:spPr>
        <p:txBody>
          <a:bodyPr xmlns:a="http://schemas.openxmlformats.org/drawingml/2006/main" anchor="t"/>
          <a:lstStyle xmlns:a="http://schemas.openxmlformats.org/drawingml/2006/main">
            <a:lvl1pPr algn="l">
              <a:buNone/>
              <a:defRPr sz="4000" b="1" cap="all"/>
            </a:lvl1pPr>
          </a:lstStyle>
          <a:p xmlns:a="http://schemas.openxmlformats.org/drawingml/2006/main">
            <a:r>
              <a:t>Click to edit Master title style</a:t>
            </a:r>
          </a:p>
        </p:txBody>
      </p:sp>
      <p:sp>
        <p:nvSpPr>
          <p:cNvPr id="3" name="Text Placeholder 2">
            <a:extLst xmlns:a="http://schemas.openxmlformats.org/drawingml/2006/main">
              <a:ext uri="{FF2B5EF4-FFF2-40B4-BE49-F238E27FC236}">
                <a16:creationId xmlns:a16="http://schemas.microsoft.com/office/drawing/2014/main" id="{C62291BE-EF9D-4ADC-8BF4-81B42FE6FFF5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2390775" y="18145125"/>
            <a:ext cx="25734963" cy="9364663"/>
          </a:xfrm>
        </p:spPr>
        <p:txBody>
          <a:bodyPr xmlns:a="http://schemas.openxmlformats.org/drawingml/2006/main" anchor="b"/>
          <a:lstStyle xmlns:a="http://schemas.openxmlformats.org/drawingml/2006/main"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</p:txBody>
      </p:sp>
      <p:sp>
        <p:nvSpPr>
          <p:cNvPr id="4" name="Date Placeholder 3">
            <a:extLst xmlns:a="http://schemas.openxmlformats.org/drawingml/2006/main">
              <a:ext uri="{FF2B5EF4-FFF2-40B4-BE49-F238E27FC236}">
                <a16:creationId xmlns:a16="http://schemas.microsoft.com/office/drawing/2014/main" id="{51296AA2-7A0F-482C-B7E3-15BDBD9462B5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AB0559A7-9A97-44F2-90C7-49938F5CA556}" type="datetimeFigureOut">
              <a:t>23/05/2017</a:t>
            </a:fld>
          </a:p>
        </p:txBody>
      </p:sp>
      <p:sp>
        <p:nvSpPr>
          <p:cNvPr id="5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B5FD1D3E-247E-4AFB-901E-24842A00B5E9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B40B0CB3-C20E-457A-A3A5-6EA3652ABB75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B2722BE7-51AC-4551-A028-822C533957BD}" type="slidenum">
              <a:t>‹#›</a:t>
            </a:fld>
          </a:p>
        </p:txBody>
      </p:sp>
    </p:spTree>
  </p:cSld>
</p:sldLayout>
</file>

<file path=ppt/slideLayouts/slideLayout37.xml><?xml version="1.0" encoding="utf-8"?>
<p:sldLayout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41CBF0CC-2819-4FE4-AFF7-1C7AF0C8764D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Click to edit Master title style</a:t>
            </a:r>
          </a:p>
        </p:txBody>
      </p:sp>
      <p:sp>
        <p:nvSpPr>
          <p:cNvPr id="3" name="Content Placeholder 2">
            <a:extLst xmlns:a="http://schemas.openxmlformats.org/drawingml/2006/main">
              <a:ext uri="{FF2B5EF4-FFF2-40B4-BE49-F238E27FC236}">
                <a16:creationId xmlns:a16="http://schemas.microsoft.com/office/drawing/2014/main" id="{C045FBFB-E7D8-4823-A3CF-FB0590098A55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>
          <a:xfrm xmlns:a="http://schemas.openxmlformats.org/drawingml/2006/main">
            <a:off x="1514475" y="9990138"/>
            <a:ext cx="13546138" cy="28252737"/>
          </a:xfr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 sz="2800"/>
            </a:lvl1pPr>
            <a:lvl2pPr>
              <a:buNone/>
              <a:defRPr sz="2400"/>
            </a:lvl2pPr>
            <a:lvl3pPr>
              <a:buNone/>
              <a:defRPr sz="2000"/>
            </a:lvl3pPr>
            <a:lvl4pPr>
              <a:buNone/>
              <a:defRPr sz="1800"/>
            </a:lvl4pPr>
            <a:lvl5pPr>
              <a:buNone/>
              <a:defRPr sz="1800"/>
            </a:lvl5pPr>
            <a:lvl6pPr>
              <a:buNone/>
              <a:defRPr sz="1800"/>
            </a:lvl6pPr>
            <a:lvl7pPr>
              <a:buNone/>
              <a:defRPr sz="1800"/>
            </a:lvl7pPr>
            <a:lvl8pPr>
              <a:buNone/>
              <a:defRPr sz="1800"/>
            </a:lvl8pPr>
            <a:lvl9pPr>
              <a:buNone/>
              <a:defRPr sz="1800"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</a:p>
        </p:txBody>
      </p:sp>
      <p:sp>
        <p:nvSpPr>
          <p:cNvPr id="4" name="Content Placeholder 3">
            <a:extLst xmlns:a="http://schemas.openxmlformats.org/drawingml/2006/main">
              <a:ext uri="{FF2B5EF4-FFF2-40B4-BE49-F238E27FC236}">
                <a16:creationId xmlns:a16="http://schemas.microsoft.com/office/drawing/2014/main" id="{6A6E129D-68F3-4312-A988-79A749C08145}"/>
              </a:ext>
            </a:extLst>
          </p:cNvPr>
          <p:cNvSpPr>
            <a:spLocks xmlns:a="http://schemas.openxmlformats.org/drawingml/2006/main" noGrp="1"/>
          </p:cNvSpPr>
          <p:nvPr>
            <p:ph idx="2"/>
          </p:nvPr>
        </p:nvSpPr>
        <p:spPr>
          <a:xfrm xmlns:a="http://schemas.openxmlformats.org/drawingml/2006/main">
            <a:off x="15213013" y="9990138"/>
            <a:ext cx="13547725" cy="28252737"/>
          </a:xfr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 sz="2800"/>
            </a:lvl1pPr>
            <a:lvl2pPr>
              <a:buNone/>
              <a:defRPr sz="2400"/>
            </a:lvl2pPr>
            <a:lvl3pPr>
              <a:buNone/>
              <a:defRPr sz="2000"/>
            </a:lvl3pPr>
            <a:lvl4pPr>
              <a:buNone/>
              <a:defRPr sz="1800"/>
            </a:lvl4pPr>
            <a:lvl5pPr>
              <a:buNone/>
              <a:defRPr sz="1800"/>
            </a:lvl5pPr>
            <a:lvl6pPr>
              <a:buNone/>
              <a:defRPr sz="1800"/>
            </a:lvl6pPr>
            <a:lvl7pPr>
              <a:buNone/>
              <a:defRPr sz="1800"/>
            </a:lvl7pPr>
            <a:lvl8pPr>
              <a:buNone/>
              <a:defRPr sz="1800"/>
            </a:lvl8pPr>
            <a:lvl9pPr>
              <a:buNone/>
              <a:defRPr sz="1800"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</a:p>
        </p:txBody>
      </p:sp>
      <p:sp>
        <p:nvSpPr>
          <p:cNvPr id="5" name="Date Placeholder 4">
            <a:extLst xmlns:a="http://schemas.openxmlformats.org/drawingml/2006/main">
              <a:ext uri="{FF2B5EF4-FFF2-40B4-BE49-F238E27FC236}">
                <a16:creationId xmlns:a16="http://schemas.microsoft.com/office/drawing/2014/main" id="{BA3C605B-F85D-4780-93B8-970B6AF20B2F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AB0559A7-9A97-44F2-90C7-49938F5CA556}" type="datetimeFigureOut">
              <a:t>23/05/2017</a:t>
            </a:fld>
          </a:p>
        </p:txBody>
      </p:sp>
      <p:sp>
        <p:nvSpPr>
          <p:cNvPr id="6" name="Footer Placeholder 5">
            <a:extLst xmlns:a="http://schemas.openxmlformats.org/drawingml/2006/main">
              <a:ext uri="{FF2B5EF4-FFF2-40B4-BE49-F238E27FC236}">
                <a16:creationId xmlns:a16="http://schemas.microsoft.com/office/drawing/2014/main" id="{9323EDEC-DFA6-4F4C-B73C-11AC1F86CF7F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 6">
            <a:extLst xmlns:a="http://schemas.openxmlformats.org/drawingml/2006/main">
              <a:ext uri="{FF2B5EF4-FFF2-40B4-BE49-F238E27FC236}">
                <a16:creationId xmlns:a16="http://schemas.microsoft.com/office/drawing/2014/main" id="{FE2D31A2-FDF1-4401-81C4-846A0DF08295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B2722BE7-51AC-4551-A028-822C533957BD}" type="slidenum">
              <a:t>‹#›</a:t>
            </a:fld>
          </a:p>
        </p:txBody>
      </p:sp>
    </p:spTree>
  </p:cSld>
</p:sldLayout>
</file>

<file path=ppt/slideLayouts/slideLayout38.xml><?xml version="1.0" encoding="utf-8"?>
<p:sldLayout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8FEDCD99-BB96-4AAA-9225-D0F464D2F7A3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>
            <a:lvl1pPr>
              <a:buNone/>
              <a:defRPr/>
            </a:lvl1pPr>
          </a:lstStyle>
          <a:p xmlns:a="http://schemas.openxmlformats.org/drawingml/2006/main">
            <a:r>
              <a:t>Click to edit Master title style</a:t>
            </a:r>
          </a:p>
        </p:txBody>
      </p:sp>
      <p:sp>
        <p:nvSpPr>
          <p:cNvPr id="3" name="Text Placeholder 2">
            <a:extLst xmlns:a="http://schemas.openxmlformats.org/drawingml/2006/main">
              <a:ext uri="{FF2B5EF4-FFF2-40B4-BE49-F238E27FC236}">
                <a16:creationId xmlns:a16="http://schemas.microsoft.com/office/drawing/2014/main" id="{B4726E7C-0D1C-4207-921A-062ACA2AA4A7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1514475" y="9583738"/>
            <a:ext cx="13376275" cy="3992562"/>
          </a:xfrm>
        </p:spPr>
        <p:txBody>
          <a:bodyPr xmlns:a="http://schemas.openxmlformats.org/drawingml/2006/main" anchor="b"/>
          <a:lstStyle xmlns:a="http://schemas.openxmlformats.org/drawingml/2006/main"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</p:txBody>
      </p:sp>
      <p:sp>
        <p:nvSpPr>
          <p:cNvPr id="4" name="Content Placeholder 3">
            <a:extLst xmlns:a="http://schemas.openxmlformats.org/drawingml/2006/main">
              <a:ext uri="{FF2B5EF4-FFF2-40B4-BE49-F238E27FC236}">
                <a16:creationId xmlns:a16="http://schemas.microsoft.com/office/drawing/2014/main" id="{38BD32BC-060E-4210-BB37-B369CFC23868}"/>
              </a:ext>
            </a:extLst>
          </p:cNvPr>
          <p:cNvSpPr>
            <a:spLocks xmlns:a="http://schemas.openxmlformats.org/drawingml/2006/main" noGrp="1"/>
          </p:cNvSpPr>
          <p:nvPr>
            <p:ph idx="2"/>
          </p:nvPr>
        </p:nvSpPr>
        <p:spPr>
          <a:xfrm xmlns:a="http://schemas.openxmlformats.org/drawingml/2006/main">
            <a:off x="1514475" y="13576300"/>
            <a:ext cx="13376275" cy="24666575"/>
          </a:xfr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 sz="2400"/>
            </a:lvl1pPr>
            <a:lvl2pPr>
              <a:buNone/>
              <a:defRPr sz="2000"/>
            </a:lvl2pPr>
            <a:lvl3pPr>
              <a:buNone/>
              <a:defRPr sz="1800"/>
            </a:lvl3pPr>
            <a:lvl4pPr>
              <a:buNone/>
              <a:defRPr sz="1600"/>
            </a:lvl4pPr>
            <a:lvl5pPr>
              <a:buNone/>
              <a:defRPr sz="1600"/>
            </a:lvl5pPr>
            <a:lvl6pPr>
              <a:buNone/>
              <a:defRPr sz="1600"/>
            </a:lvl6pPr>
            <a:lvl7pPr>
              <a:buNone/>
              <a:defRPr sz="1600"/>
            </a:lvl7pPr>
            <a:lvl8pPr>
              <a:buNone/>
              <a:defRPr sz="1600"/>
            </a:lvl8pPr>
            <a:lvl9pPr>
              <a:buNone/>
              <a:defRPr sz="1600"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</a:p>
        </p:txBody>
      </p:sp>
      <p:sp>
        <p:nvSpPr>
          <p:cNvPr id="5" name="Text Placeholder 4">
            <a:extLst xmlns:a="http://schemas.openxmlformats.org/drawingml/2006/main">
              <a:ext uri="{FF2B5EF4-FFF2-40B4-BE49-F238E27FC236}">
                <a16:creationId xmlns:a16="http://schemas.microsoft.com/office/drawing/2014/main" id="{AA3C23B2-A03E-48B9-A7BD-F4C0C20C91A3}"/>
              </a:ext>
            </a:extLst>
          </p:cNvPr>
          <p:cNvSpPr>
            <a:spLocks xmlns:a="http://schemas.openxmlformats.org/drawingml/2006/main" noGrp="1"/>
          </p:cNvSpPr>
          <p:nvPr>
            <p:ph type="body" idx="3"/>
          </p:nvPr>
        </p:nvSpPr>
        <p:spPr>
          <a:xfrm xmlns:a="http://schemas.openxmlformats.org/drawingml/2006/main">
            <a:off x="15379700" y="9583738"/>
            <a:ext cx="13381038" cy="3992562"/>
          </a:xfrm>
        </p:spPr>
        <p:txBody>
          <a:bodyPr xmlns:a="http://schemas.openxmlformats.org/drawingml/2006/main" anchor="b"/>
          <a:lstStyle xmlns:a="http://schemas.openxmlformats.org/drawingml/2006/main"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</p:txBody>
      </p:sp>
      <p:sp>
        <p:nvSpPr>
          <p:cNvPr id="6" name="Content Placeholder 5">
            <a:extLst xmlns:a="http://schemas.openxmlformats.org/drawingml/2006/main">
              <a:ext uri="{FF2B5EF4-FFF2-40B4-BE49-F238E27FC236}">
                <a16:creationId xmlns:a16="http://schemas.microsoft.com/office/drawing/2014/main" id="{E40BD948-BBC7-481A-822E-EB633AA4317B}"/>
              </a:ext>
            </a:extLst>
          </p:cNvPr>
          <p:cNvSpPr>
            <a:spLocks xmlns:a="http://schemas.openxmlformats.org/drawingml/2006/main" noGrp="1"/>
          </p:cNvSpPr>
          <p:nvPr>
            <p:ph idx="4"/>
          </p:nvPr>
        </p:nvSpPr>
        <p:spPr>
          <a:xfrm xmlns:a="http://schemas.openxmlformats.org/drawingml/2006/main">
            <a:off x="15379700" y="13576300"/>
            <a:ext cx="13381038" cy="24666575"/>
          </a:xfr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 sz="2400"/>
            </a:lvl1pPr>
            <a:lvl2pPr>
              <a:buNone/>
              <a:defRPr sz="2000"/>
            </a:lvl2pPr>
            <a:lvl3pPr>
              <a:buNone/>
              <a:defRPr sz="1800"/>
            </a:lvl3pPr>
            <a:lvl4pPr>
              <a:buNone/>
              <a:defRPr sz="1600"/>
            </a:lvl4pPr>
            <a:lvl5pPr>
              <a:buNone/>
              <a:defRPr sz="1600"/>
            </a:lvl5pPr>
            <a:lvl6pPr>
              <a:buNone/>
              <a:defRPr sz="1600"/>
            </a:lvl6pPr>
            <a:lvl7pPr>
              <a:buNone/>
              <a:defRPr sz="1600"/>
            </a:lvl7pPr>
            <a:lvl8pPr>
              <a:buNone/>
              <a:defRPr sz="1600"/>
            </a:lvl8pPr>
            <a:lvl9pPr>
              <a:buNone/>
              <a:defRPr sz="1600"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</a:p>
        </p:txBody>
      </p:sp>
      <p:sp>
        <p:nvSpPr>
          <p:cNvPr id="7" name="Date Placeholder 6">
            <a:extLst xmlns:a="http://schemas.openxmlformats.org/drawingml/2006/main">
              <a:ext uri="{FF2B5EF4-FFF2-40B4-BE49-F238E27FC236}">
                <a16:creationId xmlns:a16="http://schemas.microsoft.com/office/drawing/2014/main" id="{92AE811D-129E-473F-A2AB-9ABE4B4D18A4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AB0559A7-9A97-44F2-90C7-49938F5CA556}" type="datetimeFigureOut">
              <a:t>23/05/2017</a:t>
            </a:fld>
          </a:p>
        </p:txBody>
      </p:sp>
      <p:sp>
        <p:nvSpPr>
          <p:cNvPr id="8" name="Footer Placeholder 7">
            <a:extLst xmlns:a="http://schemas.openxmlformats.org/drawingml/2006/main">
              <a:ext uri="{FF2B5EF4-FFF2-40B4-BE49-F238E27FC236}">
                <a16:creationId xmlns:a16="http://schemas.microsoft.com/office/drawing/2014/main" id="{EE5E035F-04EC-4DBC-AFA5-265E9D04CD16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9" name="Slide Number Placeholder 8">
            <a:extLst xmlns:a="http://schemas.openxmlformats.org/drawingml/2006/main">
              <a:ext uri="{FF2B5EF4-FFF2-40B4-BE49-F238E27FC236}">
                <a16:creationId xmlns:a16="http://schemas.microsoft.com/office/drawing/2014/main" id="{B7F266F5-76CE-44B6-A6B8-61212E769F30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B2722BE7-51AC-4551-A028-822C533957BD}" type="slidenum">
              <a:t>‹#›</a:t>
            </a:fld>
          </a:p>
        </p:txBody>
      </p:sp>
    </p:spTree>
  </p:cSld>
</p:sldLayout>
</file>

<file path=ppt/slideLayouts/slideLayout39.xml><?xml version="1.0" encoding="utf-8"?>
<p:sldLayout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0F3E72F1-5FF7-4503-8E5B-657C519BFBFE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Click to edit Master title style</a:t>
            </a:r>
          </a:p>
        </p:txBody>
      </p:sp>
      <p:sp>
        <p:nvSpPr>
          <p:cNvPr id="3" name="Date Placeholder 2">
            <a:extLst xmlns:a="http://schemas.openxmlformats.org/drawingml/2006/main">
              <a:ext uri="{FF2B5EF4-FFF2-40B4-BE49-F238E27FC236}">
                <a16:creationId xmlns:a16="http://schemas.microsoft.com/office/drawing/2014/main" id="{769504D1-7215-497B-98A9-43B60CD80DEC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AB0559A7-9A97-44F2-90C7-49938F5CA556}" type="datetimeFigureOut">
              <a:t>23/05/2017</a:t>
            </a:fld>
          </a:p>
        </p:txBody>
      </p:sp>
      <p:sp>
        <p:nvSpPr>
          <p:cNvPr id="4" name="Footer Placeholder 3">
            <a:extLst xmlns:a="http://schemas.openxmlformats.org/drawingml/2006/main">
              <a:ext uri="{FF2B5EF4-FFF2-40B4-BE49-F238E27FC236}">
                <a16:creationId xmlns:a16="http://schemas.microsoft.com/office/drawing/2014/main" id="{C495A3BF-4389-4E06-8E49-42ABB42B5D23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Slide Number Placeholder 4">
            <a:extLst xmlns:a="http://schemas.openxmlformats.org/drawingml/2006/main">
              <a:ext uri="{FF2B5EF4-FFF2-40B4-BE49-F238E27FC236}">
                <a16:creationId xmlns:a16="http://schemas.microsoft.com/office/drawing/2014/main" id="{48B1604D-87D3-4B8D-A9D3-BC0614FD661B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B2722BE7-51AC-4551-A028-822C533957BD}" type="slidenum">
              <a:t>‹#›</a:t>
            </a:fld>
          </a:p>
        </p:txBody>
      </p:sp>
    </p:spTree>
  </p:cSld>
</p:sldLayout>
</file>

<file path=ppt/slideLayouts/slideLayout40.xml><?xml version="1.0" encoding="utf-8"?>
<p:sldLayout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Date Placeholder 1">
            <a:extLst xmlns:a="http://schemas.openxmlformats.org/drawingml/2006/main">
              <a:ext uri="{FF2B5EF4-FFF2-40B4-BE49-F238E27FC236}">
                <a16:creationId xmlns:a16="http://schemas.microsoft.com/office/drawing/2014/main" id="{3321743B-C358-4706-8334-98BEE9069A7D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AB0559A7-9A97-44F2-90C7-49938F5CA556}" type="datetimeFigureOut">
              <a:t>23/05/2017</a:t>
            </a:fld>
          </a:p>
        </p:txBody>
      </p:sp>
      <p:sp>
        <p:nvSpPr>
          <p:cNvPr id="3" name="Footer Placeholder 2">
            <a:extLst xmlns:a="http://schemas.openxmlformats.org/drawingml/2006/main">
              <a:ext uri="{FF2B5EF4-FFF2-40B4-BE49-F238E27FC236}">
                <a16:creationId xmlns:a16="http://schemas.microsoft.com/office/drawing/2014/main" id="{FE3CBDDB-4AC3-44B6-B6E9-9883D6285472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>
            <a:extLst xmlns:a="http://schemas.openxmlformats.org/drawingml/2006/main">
              <a:ext uri="{FF2B5EF4-FFF2-40B4-BE49-F238E27FC236}">
                <a16:creationId xmlns:a16="http://schemas.microsoft.com/office/drawing/2014/main" id="{6D42AF5B-F8F1-4F78-80E7-303D7D082435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B2722BE7-51AC-4551-A028-822C533957BD}" type="slidenum">
              <a:t>‹#›</a:t>
            </a:fld>
          </a:p>
        </p:txBody>
      </p:sp>
    </p:spTree>
  </p:cSld>
</p:sldLayout>
</file>

<file path=ppt/slideLayouts/slideLayout41.xml><?xml version="1.0" encoding="utf-8"?>
<p:sldLayout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B95B90E3-8775-4994-9655-ADDAC780CB99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514475" y="1704975"/>
            <a:ext cx="9959975" cy="7253288"/>
          </a:xfrm>
        </p:spPr>
        <p:txBody>
          <a:bodyPr xmlns:a="http://schemas.openxmlformats.org/drawingml/2006/main" anchor="b"/>
          <a:lstStyle xmlns:a="http://schemas.openxmlformats.org/drawingml/2006/main">
            <a:lvl1pPr algn="l">
              <a:buNone/>
              <a:defRPr sz="2000" b="1"/>
            </a:lvl1pPr>
          </a:lstStyle>
          <a:p xmlns:a="http://schemas.openxmlformats.org/drawingml/2006/main">
            <a:r>
              <a:t>Click to edit Master title style</a:t>
            </a:r>
          </a:p>
        </p:txBody>
      </p:sp>
      <p:sp>
        <p:nvSpPr>
          <p:cNvPr id="3" name="Content Placeholder 2">
            <a:extLst xmlns:a="http://schemas.openxmlformats.org/drawingml/2006/main">
              <a:ext uri="{FF2B5EF4-FFF2-40B4-BE49-F238E27FC236}">
                <a16:creationId xmlns:a16="http://schemas.microsoft.com/office/drawing/2014/main" id="{ADC0818D-13F8-4A13-9EFE-018B87DE9A05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>
          <a:xfrm xmlns:a="http://schemas.openxmlformats.org/drawingml/2006/main">
            <a:off x="11836400" y="1704975"/>
            <a:ext cx="16924338" cy="36537900"/>
          </a:xfr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 sz="3200"/>
            </a:lvl1pPr>
            <a:lvl2pPr>
              <a:buNone/>
              <a:defRPr sz="2800"/>
            </a:lvl2pPr>
            <a:lvl3pPr>
              <a:buNone/>
              <a:defRPr sz="2400"/>
            </a:lvl3pPr>
            <a:lvl4pPr>
              <a:buNone/>
              <a:defRPr sz="2000"/>
            </a:lvl4pPr>
            <a:lvl5pPr>
              <a:buNone/>
              <a:defRPr sz="2000"/>
            </a:lvl5pPr>
            <a:lvl6pPr>
              <a:buNone/>
              <a:defRPr sz="2000"/>
            </a:lvl6pPr>
            <a:lvl7pPr>
              <a:buNone/>
              <a:defRPr sz="2000"/>
            </a:lvl7pPr>
            <a:lvl8pPr>
              <a:buNone/>
              <a:defRPr sz="2000"/>
            </a:lvl8pPr>
            <a:lvl9pPr>
              <a:buNone/>
              <a:defRPr sz="2000"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</a:p>
        </p:txBody>
      </p:sp>
      <p:sp>
        <p:nvSpPr>
          <p:cNvPr id="4" name="Text Placeholder 3">
            <a:extLst xmlns:a="http://schemas.openxmlformats.org/drawingml/2006/main">
              <a:ext uri="{FF2B5EF4-FFF2-40B4-BE49-F238E27FC236}">
                <a16:creationId xmlns:a16="http://schemas.microsoft.com/office/drawing/2014/main" id="{579FC362-3F22-4113-A86C-6EC7C3706501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1514475" y="8958263"/>
            <a:ext cx="9959975" cy="29284612"/>
          </a:xfrm>
        </p:spPr>
        <p:txBody>
          <a:bodyPr xmlns:a="http://schemas.openxmlformats.org/drawingml/2006/main"/>
          <a:lstStyle xmlns:a="http://schemas.openxmlformats.org/drawingml/2006/main"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</p:txBody>
      </p:sp>
      <p:sp>
        <p:nvSpPr>
          <p:cNvPr id="5" name="Date Placeholder 4">
            <a:extLst xmlns:a="http://schemas.openxmlformats.org/drawingml/2006/main">
              <a:ext uri="{FF2B5EF4-FFF2-40B4-BE49-F238E27FC236}">
                <a16:creationId xmlns:a16="http://schemas.microsoft.com/office/drawing/2014/main" id="{957A83E2-6327-4C61-8577-89A2DDAFC182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AB0559A7-9A97-44F2-90C7-49938F5CA556}" type="datetimeFigureOut">
              <a:t>23/05/2017</a:t>
            </a:fld>
          </a:p>
        </p:txBody>
      </p:sp>
      <p:sp>
        <p:nvSpPr>
          <p:cNvPr id="6" name="Footer Placeholder 5">
            <a:extLst xmlns:a="http://schemas.openxmlformats.org/drawingml/2006/main">
              <a:ext uri="{FF2B5EF4-FFF2-40B4-BE49-F238E27FC236}">
                <a16:creationId xmlns:a16="http://schemas.microsoft.com/office/drawing/2014/main" id="{4B1C3F64-2177-4569-A42E-2697C5D5B5AF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 6">
            <a:extLst xmlns:a="http://schemas.openxmlformats.org/drawingml/2006/main">
              <a:ext uri="{FF2B5EF4-FFF2-40B4-BE49-F238E27FC236}">
                <a16:creationId xmlns:a16="http://schemas.microsoft.com/office/drawing/2014/main" id="{CC52725C-8469-4D71-9ABC-2D8CE980F8D7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B2722BE7-51AC-4551-A028-822C533957BD}" type="slidenum">
              <a:t>‹#›</a:t>
            </a:fld>
          </a:p>
        </p:txBody>
      </p:sp>
    </p:spTree>
  </p:cSld>
</p:sldLayout>
</file>

<file path=ppt/slideLayouts/slideLayout42.xml><?xml version="1.0" encoding="utf-8"?>
<p:sldLayout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F30600F4-4E9B-4328-937E-08879128178F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5934075" y="29968825"/>
            <a:ext cx="18165763" cy="3536950"/>
          </a:xfrm>
        </p:spPr>
        <p:txBody>
          <a:bodyPr xmlns:a="http://schemas.openxmlformats.org/drawingml/2006/main" anchor="b"/>
          <a:lstStyle xmlns:a="http://schemas.openxmlformats.org/drawingml/2006/main">
            <a:lvl1pPr algn="l">
              <a:buNone/>
              <a:defRPr sz="2000" b="1"/>
            </a:lvl1pPr>
          </a:lstStyle>
          <a:p xmlns:a="http://schemas.openxmlformats.org/drawingml/2006/main">
            <a:r>
              <a:t>Click to edit Master title style</a:t>
            </a:r>
          </a:p>
        </p:txBody>
      </p:sp>
      <p:sp>
        <p:nvSpPr>
          <p:cNvPr id="3" name="Picture Placeholder 2">
            <a:extLst xmlns:a="http://schemas.openxmlformats.org/drawingml/2006/main">
              <a:ext uri="{FF2B5EF4-FFF2-40B4-BE49-F238E27FC236}">
                <a16:creationId xmlns:a16="http://schemas.microsoft.com/office/drawing/2014/main" id="{77BF3093-5F0D-43BE-A2F9-2C798DED9E66}"/>
              </a:ext>
            </a:extLst>
          </p:cNvPr>
          <p:cNvSpPr>
            <a:spLocks xmlns:a="http://schemas.openxmlformats.org/drawingml/2006/main" noGrp="1"/>
          </p:cNvSpPr>
          <p:nvPr>
            <p:ph type="pic" idx="1"/>
          </p:nvPr>
        </p:nvSpPr>
        <p:spPr>
          <a:xfrm xmlns:a="http://schemas.openxmlformats.org/drawingml/2006/main">
            <a:off x="5934075" y="3825875"/>
            <a:ext cx="18165763" cy="25685750"/>
          </a:xfrm>
        </p:spPr>
        <p:txBody>
          <a:bodyPr xmlns:a="http://schemas.openxmlformats.org/drawingml/2006/main"/>
          <a:lstStyle xmlns:a="http://schemas.openxmlformats.org/drawingml/2006/main"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 xmlns:a="http://schemas.openxmlformats.org/drawingml/2006/main"/>
        </p:txBody>
      </p:sp>
      <p:sp>
        <p:nvSpPr>
          <p:cNvPr id="4" name="Text Placeholder 3">
            <a:extLst xmlns:a="http://schemas.openxmlformats.org/drawingml/2006/main">
              <a:ext uri="{FF2B5EF4-FFF2-40B4-BE49-F238E27FC236}">
                <a16:creationId xmlns:a16="http://schemas.microsoft.com/office/drawing/2014/main" id="{BB0EFEEF-256B-4B28-8779-6E1EBE3B4B7F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5934075" y="33505775"/>
            <a:ext cx="18165763" cy="5024438"/>
          </a:xfrm>
        </p:spPr>
        <p:txBody>
          <a:bodyPr xmlns:a="http://schemas.openxmlformats.org/drawingml/2006/main"/>
          <a:lstStyle xmlns:a="http://schemas.openxmlformats.org/drawingml/2006/main"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</p:txBody>
      </p:sp>
      <p:sp>
        <p:nvSpPr>
          <p:cNvPr id="5" name="Date Placeholder 4">
            <a:extLst xmlns:a="http://schemas.openxmlformats.org/drawingml/2006/main">
              <a:ext uri="{FF2B5EF4-FFF2-40B4-BE49-F238E27FC236}">
                <a16:creationId xmlns:a16="http://schemas.microsoft.com/office/drawing/2014/main" id="{3A4E386F-7B44-4772-BCED-D2B720E4C4E1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AB0559A7-9A97-44F2-90C7-49938F5CA556}" type="datetimeFigureOut">
              <a:t>23/05/2017</a:t>
            </a:fld>
          </a:p>
        </p:txBody>
      </p:sp>
      <p:sp>
        <p:nvSpPr>
          <p:cNvPr id="6" name="Footer Placeholder 5">
            <a:extLst xmlns:a="http://schemas.openxmlformats.org/drawingml/2006/main">
              <a:ext uri="{FF2B5EF4-FFF2-40B4-BE49-F238E27FC236}">
                <a16:creationId xmlns:a16="http://schemas.microsoft.com/office/drawing/2014/main" id="{DF7A9FC4-D5AA-4E5F-ABA6-7E4B4A2EEA38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 6">
            <a:extLst xmlns:a="http://schemas.openxmlformats.org/drawingml/2006/main">
              <a:ext uri="{FF2B5EF4-FFF2-40B4-BE49-F238E27FC236}">
                <a16:creationId xmlns:a16="http://schemas.microsoft.com/office/drawing/2014/main" id="{EBAB3CFA-C23E-4A48-B8EB-4053030F6985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B2722BE7-51AC-4551-A028-822C533957BD}" type="slidenum">
              <a:t>‹#›</a:t>
            </a:fld>
          </a:p>
        </p:txBody>
      </p:sp>
    </p:spTree>
  </p:cSld>
</p:sldLayout>
</file>

<file path=ppt/slideLayouts/slideLayout43.xml><?xml version="1.0" encoding="utf-8"?>
<p:sldLayout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A6FE2070-3BF7-4DD9-8F7F-8AC0566E31F4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Click to edit Master title style</a:t>
            </a:r>
          </a:p>
        </p:txBody>
      </p:sp>
      <p:sp>
        <p:nvSpPr>
          <p:cNvPr id="3" name="Vertical Text Placeholder 2">
            <a:extLst xmlns:a="http://schemas.openxmlformats.org/drawingml/2006/main">
              <a:ext uri="{FF2B5EF4-FFF2-40B4-BE49-F238E27FC236}">
                <a16:creationId xmlns:a16="http://schemas.microsoft.com/office/drawing/2014/main" id="{A534B4D0-DF65-40FC-B285-DA1892FF4C54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 vert="eaVert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</a:p>
        </p:txBody>
      </p:sp>
      <p:sp>
        <p:nvSpPr>
          <p:cNvPr id="4" name="Date Placeholder 3">
            <a:extLst xmlns:a="http://schemas.openxmlformats.org/drawingml/2006/main">
              <a:ext uri="{FF2B5EF4-FFF2-40B4-BE49-F238E27FC236}">
                <a16:creationId xmlns:a16="http://schemas.microsoft.com/office/drawing/2014/main" id="{1E469348-871B-42E1-96E2-1011473DA0F3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AB0559A7-9A97-44F2-90C7-49938F5CA556}" type="datetimeFigureOut">
              <a:t>23/05/2017</a:t>
            </a:fld>
          </a:p>
        </p:txBody>
      </p:sp>
      <p:sp>
        <p:nvSpPr>
          <p:cNvPr id="5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01D340D8-C290-4D1B-9A75-94C3B8188A64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EC7597FC-80B1-4F82-9B7B-8BBFF99A84E8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B2722BE7-51AC-4551-A028-822C533957BD}" type="slidenum">
              <a:t>‹#›</a:t>
            </a:fld>
          </a:p>
        </p:txBody>
      </p:sp>
    </p:spTree>
  </p:cSld>
</p:sldLayout>
</file>

<file path=ppt/slideLayouts/slideLayout44.xml><?xml version="1.0" encoding="utf-8"?>
<p:sldLayout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Vertical Title 1">
            <a:extLst xmlns:a="http://schemas.openxmlformats.org/drawingml/2006/main">
              <a:ext uri="{FF2B5EF4-FFF2-40B4-BE49-F238E27FC236}">
                <a16:creationId xmlns:a16="http://schemas.microsoft.com/office/drawing/2014/main" id="{2EFF0362-0BF5-4E45-BB89-07661AD157E2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21950363" y="1714500"/>
            <a:ext cx="6810375" cy="36528375"/>
          </a:xfrm>
        </p:spPr>
        <p:txBody>
          <a:bodyPr xmlns:a="http://schemas.openxmlformats.org/drawingml/2006/main" vert="eaVert"/>
          <a:lstStyle xmlns:a="http://schemas.openxmlformats.org/drawingml/2006/main"/>
          <a:p xmlns:a="http://schemas.openxmlformats.org/drawingml/2006/main">
            <a:r>
              <a:t>Click to edit Master title style</a:t>
            </a:r>
          </a:p>
        </p:txBody>
      </p:sp>
      <p:sp>
        <p:nvSpPr>
          <p:cNvPr id="3" name="Vertical Text Placeholder 2">
            <a:extLst xmlns:a="http://schemas.openxmlformats.org/drawingml/2006/main">
              <a:ext uri="{FF2B5EF4-FFF2-40B4-BE49-F238E27FC236}">
                <a16:creationId xmlns:a16="http://schemas.microsoft.com/office/drawing/2014/main" id="{9E25EECD-C7E7-46E7-8746-0E62653EC71B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1514475" y="1714500"/>
            <a:ext cx="20283488" cy="36528375"/>
          </a:xfrm>
        </p:spPr>
        <p:txBody>
          <a:bodyPr xmlns:a="http://schemas.openxmlformats.org/drawingml/2006/main" vert="eaVert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</a:p>
        </p:txBody>
      </p:sp>
      <p:sp>
        <p:nvSpPr>
          <p:cNvPr id="4" name="Date Placeholder 3">
            <a:extLst xmlns:a="http://schemas.openxmlformats.org/drawingml/2006/main">
              <a:ext uri="{FF2B5EF4-FFF2-40B4-BE49-F238E27FC236}">
                <a16:creationId xmlns:a16="http://schemas.microsoft.com/office/drawing/2014/main" id="{25C10BB8-2F45-4CB4-A9A7-158ED45BEC82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AB0559A7-9A97-44F2-90C7-49938F5CA556}" type="datetimeFigureOut">
              <a:t>23/05/2017</a:t>
            </a:fld>
          </a:p>
        </p:txBody>
      </p:sp>
      <p:sp>
        <p:nvSpPr>
          <p:cNvPr id="5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9C19EF3E-AD19-45A0-A4E0-2AF5CB35E96C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6AC7A14D-6A09-46B0-8ADD-A2A7E6F30F84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B2722BE7-51AC-4551-A028-822C533957BD}" type="slidenum">
              <a:t>‹#›</a:t>
            </a:fld>
          </a:p>
        </p:txBody>
      </p:sp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image" Target="/ppt/media/image.jpeg" Id="Ra8f98aa216504499" /><Relationship Type="http://schemas.openxmlformats.org/officeDocument/2006/relationships/theme" Target="/ppt/slideMasters/theme/theme2.xml" Id="R19079cfddbf941b6" /><Relationship Type="http://schemas.openxmlformats.org/officeDocument/2006/relationships/slideLayout" Target="/ppt/slideLayouts/slideLayout1.xml" Id="Rca7b05ed3bc9435e" /><Relationship Type="http://schemas.openxmlformats.org/officeDocument/2006/relationships/slideLayout" Target="/ppt/slideLayouts/slideLayout2.xml" Id="R3334568b1f984521" /><Relationship Type="http://schemas.openxmlformats.org/officeDocument/2006/relationships/slideLayout" Target="/ppt/slideLayouts/slideLayout3.xml" Id="Rc77c3e7f465f4fc8" /><Relationship Type="http://schemas.openxmlformats.org/officeDocument/2006/relationships/slideLayout" Target="/ppt/slideLayouts/slideLayout4.xml" Id="Rff6da20f7b5f4aa7" /><Relationship Type="http://schemas.openxmlformats.org/officeDocument/2006/relationships/slideLayout" Target="/ppt/slideLayouts/slideLayout5.xml" Id="R98dba4ad5a834b6c" /><Relationship Type="http://schemas.openxmlformats.org/officeDocument/2006/relationships/slideLayout" Target="/ppt/slideLayouts/slideLayout6.xml" Id="R0d249ad2b0544c77" /><Relationship Type="http://schemas.openxmlformats.org/officeDocument/2006/relationships/slideLayout" Target="/ppt/slideLayouts/slideLayout7.xml" Id="R93473a7f074f4354" /><Relationship Type="http://schemas.openxmlformats.org/officeDocument/2006/relationships/slideLayout" Target="/ppt/slideLayouts/slideLayout8.xml" Id="R4e2538665b0a4ea5" /><Relationship Type="http://schemas.openxmlformats.org/officeDocument/2006/relationships/slideLayout" Target="/ppt/slideLayouts/slideLayout9.xml" Id="Ra99040148dca4dcc" /><Relationship Type="http://schemas.openxmlformats.org/officeDocument/2006/relationships/slideLayout" Target="/ppt/slideLayouts/slideLayout10.xml" Id="R2f0b027b15194be6" /><Relationship Type="http://schemas.openxmlformats.org/officeDocument/2006/relationships/slideLayout" Target="/ppt/slideLayouts/slideLayout11.xml" Id="R3a5c0c2c7af84118" /></Relationships>
</file>

<file path=ppt/slideMasters/_rels/slideMaster2.xml.rels>&#65279;<?xml version="1.0" encoding="utf-8"?><Relationships xmlns="http://schemas.openxmlformats.org/package/2006/relationships"><Relationship Type="http://schemas.openxmlformats.org/officeDocument/2006/relationships/theme" Target="/ppt/slideMasters/theme/theme3.xml" Id="R2a69dddc58144a18" /><Relationship Type="http://schemas.openxmlformats.org/officeDocument/2006/relationships/slideLayout" Target="/ppt/slideLayouts/slideLayout12.xml" Id="R89efa94bb83447b9" /><Relationship Type="http://schemas.openxmlformats.org/officeDocument/2006/relationships/slideLayout" Target="/ppt/slideLayouts/slideLayout13.xml" Id="Ra8ca3908d96a476d" /><Relationship Type="http://schemas.openxmlformats.org/officeDocument/2006/relationships/slideLayout" Target="/ppt/slideLayouts/slideLayout14.xml" Id="Rb735f8ba701242c6" /><Relationship Type="http://schemas.openxmlformats.org/officeDocument/2006/relationships/slideLayout" Target="/ppt/slideLayouts/slideLayout15.xml" Id="Rdb9def46ea024bd1" /><Relationship Type="http://schemas.openxmlformats.org/officeDocument/2006/relationships/slideLayout" Target="/ppt/slideLayouts/slideLayout16.xml" Id="R44a134accfbd48b2" /><Relationship Type="http://schemas.openxmlformats.org/officeDocument/2006/relationships/slideLayout" Target="/ppt/slideLayouts/slideLayout17.xml" Id="Rd23e661b8d98423b" /><Relationship Type="http://schemas.openxmlformats.org/officeDocument/2006/relationships/slideLayout" Target="/ppt/slideLayouts/slideLayout18.xml" Id="R8f15bcecd8774b4d" /><Relationship Type="http://schemas.openxmlformats.org/officeDocument/2006/relationships/slideLayout" Target="/ppt/slideLayouts/slideLayout19.xml" Id="R63ee439391ec4bd6" /><Relationship Type="http://schemas.openxmlformats.org/officeDocument/2006/relationships/slideLayout" Target="/ppt/slideLayouts/slideLayout20.xml" Id="R76ce8916e02d4845" /><Relationship Type="http://schemas.openxmlformats.org/officeDocument/2006/relationships/slideLayout" Target="/ppt/slideLayouts/slideLayout21.xml" Id="R19d1b8398ea34681" /><Relationship Type="http://schemas.openxmlformats.org/officeDocument/2006/relationships/slideLayout" Target="/ppt/slideLayouts/slideLayout22.xml" Id="Re47aaeaac7f246b3" /></Relationships>
</file>

<file path=ppt/slideMasters/_rels/slideMaster3.xml.rels>&#65279;<?xml version="1.0" encoding="utf-8"?><Relationships xmlns="http://schemas.openxmlformats.org/package/2006/relationships"><Relationship Type="http://schemas.openxmlformats.org/officeDocument/2006/relationships/theme" Target="/ppt/slideMasters/theme/theme4.xml" Id="Rad3cf9518c764bce" /><Relationship Type="http://schemas.openxmlformats.org/officeDocument/2006/relationships/slideLayout" Target="/ppt/slideLayouts/slideLayout23.xml" Id="R4d951bdd1a8b4ca8" /><Relationship Type="http://schemas.openxmlformats.org/officeDocument/2006/relationships/slideLayout" Target="/ppt/slideLayouts/slideLayout24.xml" Id="R27f7de3d19ce418a" /><Relationship Type="http://schemas.openxmlformats.org/officeDocument/2006/relationships/slideLayout" Target="/ppt/slideLayouts/slideLayout25.xml" Id="R115ef47602a64503" /><Relationship Type="http://schemas.openxmlformats.org/officeDocument/2006/relationships/slideLayout" Target="/ppt/slideLayouts/slideLayout26.xml" Id="R442ed50ae70542cd" /><Relationship Type="http://schemas.openxmlformats.org/officeDocument/2006/relationships/slideLayout" Target="/ppt/slideLayouts/slideLayout27.xml" Id="R9a3d132466e94dee" /><Relationship Type="http://schemas.openxmlformats.org/officeDocument/2006/relationships/slideLayout" Target="/ppt/slideLayouts/slideLayout28.xml" Id="R53a22905f85048d6" /><Relationship Type="http://schemas.openxmlformats.org/officeDocument/2006/relationships/slideLayout" Target="/ppt/slideLayouts/slideLayout29.xml" Id="Re9ba2b0299fb4f8f" /><Relationship Type="http://schemas.openxmlformats.org/officeDocument/2006/relationships/slideLayout" Target="/ppt/slideLayouts/slideLayout30.xml" Id="R7117aeb63ad041b1" /><Relationship Type="http://schemas.openxmlformats.org/officeDocument/2006/relationships/slideLayout" Target="/ppt/slideLayouts/slideLayout31.xml" Id="R0f3547030f684036" /><Relationship Type="http://schemas.openxmlformats.org/officeDocument/2006/relationships/slideLayout" Target="/ppt/slideLayouts/slideLayout32.xml" Id="R13ddbea61fca4742" /><Relationship Type="http://schemas.openxmlformats.org/officeDocument/2006/relationships/slideLayout" Target="/ppt/slideLayouts/slideLayout33.xml" Id="R9853d9f8d1764685" /></Relationships>
</file>

<file path=ppt/slideMasters/_rels/slideMaster4.xml.rels>&#65279;<?xml version="1.0" encoding="utf-8"?><Relationships xmlns="http://schemas.openxmlformats.org/package/2006/relationships"><Relationship Type="http://schemas.openxmlformats.org/officeDocument/2006/relationships/theme" Target="/ppt/slideMasters/theme/theme5.xml" Id="R6d8a378c2d244daa" /><Relationship Type="http://schemas.openxmlformats.org/officeDocument/2006/relationships/slideLayout" Target="/ppt/slideLayouts/slideLayout34.xml" Id="Recdab00cb88e46b2" /><Relationship Type="http://schemas.openxmlformats.org/officeDocument/2006/relationships/slideLayout" Target="/ppt/slideLayouts/slideLayout35.xml" Id="Rfbade8929763437b" /><Relationship Type="http://schemas.openxmlformats.org/officeDocument/2006/relationships/slideLayout" Target="/ppt/slideLayouts/slideLayout36.xml" Id="R0665148a7ec34ef9" /><Relationship Type="http://schemas.openxmlformats.org/officeDocument/2006/relationships/slideLayout" Target="/ppt/slideLayouts/slideLayout37.xml" Id="Raf390369bc3344b2" /><Relationship Type="http://schemas.openxmlformats.org/officeDocument/2006/relationships/slideLayout" Target="/ppt/slideLayouts/slideLayout38.xml" Id="Rfda95050c65b48b9" /><Relationship Type="http://schemas.openxmlformats.org/officeDocument/2006/relationships/slideLayout" Target="/ppt/slideLayouts/slideLayout39.xml" Id="Rf8918a762f3048f7" /><Relationship Type="http://schemas.openxmlformats.org/officeDocument/2006/relationships/slideLayout" Target="/ppt/slideLayouts/slideLayout40.xml" Id="R4655a81f7e214322" /><Relationship Type="http://schemas.openxmlformats.org/officeDocument/2006/relationships/slideLayout" Target="/ppt/slideLayouts/slideLayout41.xml" Id="R9e56976f58b44f4e" /><Relationship Type="http://schemas.openxmlformats.org/officeDocument/2006/relationships/slideLayout" Target="/ppt/slideLayouts/slideLayout42.xml" Id="Rd16b69ef42044629" /><Relationship Type="http://schemas.openxmlformats.org/officeDocument/2006/relationships/slideLayout" Target="/ppt/slideLayouts/slideLayout43.xml" Id="Re043d223ffe047aa" /><Relationship Type="http://schemas.openxmlformats.org/officeDocument/2006/relationships/slideLayout" Target="/ppt/slideLayouts/slideLayout44.xml" Id="R9baed80c4e1d425b" /></Relationships>
</file>

<file path=ppt/slideMasters/slideMaster1.xml><?xml version="1.0" encoding="utf-8"?>
<p:sld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5" name="Picture 1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8f98aa216504499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-1" y="0"/>
            <a:ext cx="30275213" cy="3799876"/>
          </a:xfrm>
          <a:prstGeom xmlns:a="http://schemas.openxmlformats.org/drawingml/2006/main" prst="rect">
            <a:avLst/>
          </a:prstGeom>
        </p:spPr>
      </p:pic>
      <p:sp>
        <p:nvSpPr>
          <p:cNvPr id="3" name="TextBox 2">
            <a:extLst xmlns:a="http://schemas.openxmlformats.org/drawingml/2006/main">
              <a:ext uri="{FF2B5EF4-FFF2-40B4-BE49-F238E27FC236}">
                <a16:creationId xmlns:a16="http://schemas.microsoft.com/office/drawing/2014/main" id="{4D6157E4-4F05-4611-B3E2-63A01C462A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91549" y="862280"/>
            <a:ext cx="9288371" cy="1200329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7200" b="0">
                <a:latin typeface="Arial"/>
                <a:ea typeface="Arial"/>
                <a:cs typeface="Arial"/>
              </a:rPr>
              <a:t>BE Thesis </a:t>
            </a:r>
            <a:r>
              <a:rPr sz="7200" b="0">
                <a:latin typeface="Arial"/>
                <a:ea typeface="Arial"/>
                <a:cs typeface="Arial"/>
              </a:rPr>
              <a:t>– S2/2016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ca7b05ed3bc9435e"/>
    <p:sldLayoutId xmlns:r="http://schemas.openxmlformats.org/officeDocument/2006/relationships" id="2147483650" r:id="R3334568b1f984521"/>
    <p:sldLayoutId xmlns:r="http://schemas.openxmlformats.org/officeDocument/2006/relationships" id="2147483651" r:id="Rc77c3e7f465f4fc8"/>
    <p:sldLayoutId xmlns:r="http://schemas.openxmlformats.org/officeDocument/2006/relationships" id="2147483652" r:id="Rff6da20f7b5f4aa7"/>
    <p:sldLayoutId xmlns:r="http://schemas.openxmlformats.org/officeDocument/2006/relationships" id="2147483653" r:id="R98dba4ad5a834b6c"/>
    <p:sldLayoutId xmlns:r="http://schemas.openxmlformats.org/officeDocument/2006/relationships" id="2147483654" r:id="R0d249ad2b0544c77"/>
    <p:sldLayoutId xmlns:r="http://schemas.openxmlformats.org/officeDocument/2006/relationships" id="2147483655" r:id="R93473a7f074f4354"/>
    <p:sldLayoutId xmlns:r="http://schemas.openxmlformats.org/officeDocument/2006/relationships" id="2147483656" r:id="R4e2538665b0a4ea5"/>
    <p:sldLayoutId xmlns:r="http://schemas.openxmlformats.org/officeDocument/2006/relationships" id="2147483657" r:id="Ra99040148dca4dcc"/>
    <p:sldLayoutId xmlns:r="http://schemas.openxmlformats.org/officeDocument/2006/relationships" id="2147483658" r:id="R2f0b027b15194be6"/>
    <p:sldLayoutId xmlns:r="http://schemas.openxmlformats.org/officeDocument/2006/relationships" id="2147483659" r:id="R3a5c0c2c7af84118"/>
  </p:sldLayoutIdLst>
  <p:txStyles>
    <p:titleStyle>
      <a:lvl1pPr xmlns:a="http://schemas.openxmlformats.org/drawingml/2006/main" algn="ctr" defTabSz="2088170">
        <a:spcBef>
          <a:spcPct val="0"/>
        </a:spcBef>
        <a:buNone/>
        <a:defRPr sz="20100" kern="12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1566127" indent="-1566127" algn="l" defTabSz="2088170">
        <a:spcBef>
          <a:spcPct val="20000"/>
        </a:spcBef>
        <a:buFont typeface="Arial"/>
        <a:buChar char="•"/>
        <a:defRPr sz="14600" kern="12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3393276" indent="-1305106" algn="l" defTabSz="2088170">
        <a:spcBef>
          <a:spcPct val="20000"/>
        </a:spcBef>
        <a:buFont typeface="Arial"/>
        <a:buChar char="–"/>
        <a:defRPr sz="12800" kern="12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5220424" indent="-1044085" algn="l" defTabSz="2088170">
        <a:spcBef>
          <a:spcPct val="20000"/>
        </a:spcBef>
        <a:buFont typeface="Arial"/>
        <a:buChar char="•"/>
        <a:defRPr sz="11000" kern="12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7308593" indent="-1044085" algn="l" defTabSz="2088170">
        <a:spcBef>
          <a:spcPct val="20000"/>
        </a:spcBef>
        <a:buFont typeface="Arial"/>
        <a:buChar char="–"/>
        <a:defRPr sz="9100" kern="12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9396763" indent="-1044085" algn="l" defTabSz="2088170">
        <a:spcBef>
          <a:spcPct val="20000"/>
        </a:spcBef>
        <a:buFont typeface="Arial"/>
        <a:buChar char="»"/>
        <a:defRPr sz="9100" kern="12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11484933" indent="-1044085" algn="l" defTabSz="2088170">
        <a:spcBef>
          <a:spcPct val="20000"/>
        </a:spcBef>
        <a:buFont typeface="Arial"/>
        <a:buChar char="•"/>
        <a:defRPr sz="9100" kern="12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13573102" indent="-1044085" algn="l" defTabSz="2088170">
        <a:spcBef>
          <a:spcPct val="20000"/>
        </a:spcBef>
        <a:buFont typeface="Arial"/>
        <a:buChar char="•"/>
        <a:defRPr sz="9100" kern="12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15661272" indent="-1044085" algn="l" defTabSz="2088170">
        <a:spcBef>
          <a:spcPct val="20000"/>
        </a:spcBef>
        <a:buFont typeface="Arial"/>
        <a:buChar char="•"/>
        <a:defRPr sz="9100" kern="12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17749441" indent="-1044085" algn="l" defTabSz="2088170">
        <a:spcBef>
          <a:spcPct val="20000"/>
        </a:spcBef>
        <a:buFont typeface="Arial"/>
        <a:buChar char="•"/>
        <a:defRPr sz="9100" kern="12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 defTabSz="2088170">
        <a:buNone/>
        <a:defRPr sz="8200" kern="12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2088170" algn="l" defTabSz="2088170">
        <a:buNone/>
        <a:defRPr sz="8200" kern="12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4176339" algn="l" defTabSz="2088170">
        <a:buNone/>
        <a:defRPr sz="8200" kern="12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6264509" algn="l" defTabSz="2088170">
        <a:buNone/>
        <a:defRPr sz="8200" kern="12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8352678" algn="l" defTabSz="2088170">
        <a:buNone/>
        <a:defRPr sz="8200" kern="12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10440848" algn="l" defTabSz="2088170">
        <a:buNone/>
        <a:defRPr sz="8200" kern="12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12529017" algn="l" defTabSz="2088170">
        <a:buNone/>
        <a:defRPr sz="8200" kern="12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14617187" algn="l" defTabSz="2088170">
        <a:buNone/>
        <a:defRPr sz="8200" kern="12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16705356" algn="l" defTabSz="2088170">
        <a:buNone/>
        <a:defRPr sz="8200" kern="12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slideMaster2.xml><?xml version="1.0" encoding="utf-8"?>
<p:sld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Placeholder 1">
            <a:extLst xmlns:a="http://schemas.openxmlformats.org/drawingml/2006/main">
              <a:ext uri="{FF2B5EF4-FFF2-40B4-BE49-F238E27FC236}">
                <a16:creationId xmlns:a16="http://schemas.microsoft.com/office/drawing/2014/main" id="{DBDB3850-18CB-4C0A-AE00-9D6B1467DED2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514475" y="1714500"/>
            <a:ext cx="27246263" cy="713581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>
            <a:normAutofit/>
          </a:bodyPr>
          <a:lstStyle xmlns:a="http://schemas.openxmlformats.org/drawingml/2006/main"/>
          <a:p xmlns:a="http://schemas.openxmlformats.org/drawingml/2006/main">
            <a:r>
              <a:t>Click to edit Master title style</a:t>
            </a:r>
          </a:p>
        </p:txBody>
      </p:sp>
      <p:sp>
        <p:nvSpPr>
          <p:cNvPr id="3" name="Text Placeholder 2">
            <a:extLst xmlns:a="http://schemas.openxmlformats.org/drawingml/2006/main">
              <a:ext uri="{FF2B5EF4-FFF2-40B4-BE49-F238E27FC236}">
                <a16:creationId xmlns:a16="http://schemas.microsoft.com/office/drawing/2014/main" id="{41FC2FD5-D1B7-4244-960E-9F0ECE3A6350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1514475" y="9990138"/>
            <a:ext cx="27246263" cy="28252737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>
            <a:normAutofit/>
          </a:bodyPr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</a:p>
        </p:txBody>
      </p:sp>
      <p:sp>
        <p:nvSpPr>
          <p:cNvPr id="4" name="Date Placeholder 3">
            <a:extLst xmlns:a="http://schemas.openxmlformats.org/drawingml/2006/main">
              <a:ext uri="{FF2B5EF4-FFF2-40B4-BE49-F238E27FC236}">
                <a16:creationId xmlns:a16="http://schemas.microsoft.com/office/drawing/2014/main" id="{6755FACD-AE7D-47A7-B785-47E1CC61F0CA}"/>
              </a:ext>
            </a:extLst>
          </p:cNvPr>
          <p:cNvSpPr>
            <a:spLocks xmlns:a="http://schemas.openxmlformats.org/drawingml/2006/main" noGrp="1"/>
          </p:cNvSpPr>
          <p:nvPr>
            <p:ph type="dt" idx="2"/>
          </p:nvPr>
        </p:nvSpPr>
        <p:spPr>
          <a:xfrm xmlns:a="http://schemas.openxmlformats.org/drawingml/2006/main">
            <a:off x="1514475" y="39679563"/>
            <a:ext cx="7062788" cy="2279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l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 xmlns:a="http://schemas.openxmlformats.org/drawingml/2006/main">
            <a:fld id="{444A8215-E8B9-405B-91CC-893BF70F5D1D}" type="datetimeFigureOut">
              <a:t>23/05/2017</a:t>
            </a:fld>
          </a:p>
        </p:txBody>
      </p:sp>
      <p:sp>
        <p:nvSpPr>
          <p:cNvPr id="5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E509824B-B203-4E1E-86FB-608B20609769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>
          <a:xfrm xmlns:a="http://schemas.openxmlformats.org/drawingml/2006/main">
            <a:off x="10344150" y="39679563"/>
            <a:ext cx="9586913" cy="2279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ctr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 xmlns:a="http://schemas.openxmlformats.org/drawingml/2006/main"/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7BD3AA5D-F6E0-4E33-8C5F-D701B5FC617F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21697950" y="39679563"/>
            <a:ext cx="7062788" cy="2279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r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 xmlns:a="http://schemas.openxmlformats.org/drawingml/2006/main">
            <a:fld id="{039483D4-2F32-41B7-8A90-D0E8F81D7F79}" type="slidenum">
              <a:t>‹#›</a:t>
            </a:fld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61" r:id="R89efa94bb83447b9"/>
    <p:sldLayoutId xmlns:r="http://schemas.openxmlformats.org/officeDocument/2006/relationships" id="2147483662" r:id="Ra8ca3908d96a476d"/>
    <p:sldLayoutId xmlns:r="http://schemas.openxmlformats.org/officeDocument/2006/relationships" id="2147483663" r:id="Rb735f8ba701242c6"/>
    <p:sldLayoutId xmlns:r="http://schemas.openxmlformats.org/officeDocument/2006/relationships" id="2147483664" r:id="Rdb9def46ea024bd1"/>
    <p:sldLayoutId xmlns:r="http://schemas.openxmlformats.org/officeDocument/2006/relationships" id="2147483665" r:id="R44a134accfbd48b2"/>
    <p:sldLayoutId xmlns:r="http://schemas.openxmlformats.org/officeDocument/2006/relationships" id="2147483666" r:id="Rd23e661b8d98423b"/>
    <p:sldLayoutId xmlns:r="http://schemas.openxmlformats.org/officeDocument/2006/relationships" id="2147483667" r:id="R8f15bcecd8774b4d"/>
    <p:sldLayoutId xmlns:r="http://schemas.openxmlformats.org/officeDocument/2006/relationships" id="2147483668" r:id="R63ee439391ec4bd6"/>
    <p:sldLayoutId xmlns:r="http://schemas.openxmlformats.org/officeDocument/2006/relationships" id="2147483669" r:id="R76ce8916e02d4845"/>
    <p:sldLayoutId xmlns:r="http://schemas.openxmlformats.org/officeDocument/2006/relationships" id="2147483670" r:id="R19d1b8398ea34681"/>
    <p:sldLayoutId xmlns:r="http://schemas.openxmlformats.org/officeDocument/2006/relationships" id="2147483671" r:id="Re47aaeaac7f246b3"/>
  </p:sldLayoutIdLst>
  <p:txStyles>
    <p:titleStyle>
      <a:lvl1pPr xmlns:a="http://schemas.openxmlformats.org/drawingml/2006/main" algn="ctr" defTabSz="914400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342900" indent="-342900" algn="l" defTabSz="914400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742950" indent="-285750" algn="l" defTabSz="914400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 defTabSz="914400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 defTabSz="914400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 defTabSz="914400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 defTabSz="914400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 defTabSz="914400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 defTabSz="914400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 defTabSz="914400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slideMaster3.xml><?xml version="1.0" encoding="utf-8"?>
<p:sld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Placeholder 1">
            <a:extLst xmlns:a="http://schemas.openxmlformats.org/drawingml/2006/main">
              <a:ext uri="{FF2B5EF4-FFF2-40B4-BE49-F238E27FC236}">
                <a16:creationId xmlns:a16="http://schemas.microsoft.com/office/drawing/2014/main" id="{C4D85E76-0CA0-40E2-8910-53AE7CFF4108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514475" y="1714500"/>
            <a:ext cx="27246263" cy="713581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>
            <a:normAutofit/>
          </a:bodyPr>
          <a:lstStyle xmlns:a="http://schemas.openxmlformats.org/drawingml/2006/main"/>
          <a:p xmlns:a="http://schemas.openxmlformats.org/drawingml/2006/main">
            <a:r>
              <a:t>Click to edit Master title style</a:t>
            </a:r>
          </a:p>
        </p:txBody>
      </p:sp>
      <p:sp>
        <p:nvSpPr>
          <p:cNvPr id="3" name="Text Placeholder 2">
            <a:extLst xmlns:a="http://schemas.openxmlformats.org/drawingml/2006/main">
              <a:ext uri="{FF2B5EF4-FFF2-40B4-BE49-F238E27FC236}">
                <a16:creationId xmlns:a16="http://schemas.microsoft.com/office/drawing/2014/main" id="{7E3CBC6B-4811-4306-B587-349C4160FCBE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1514475" y="9990138"/>
            <a:ext cx="27246263" cy="28252737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>
            <a:normAutofit/>
          </a:bodyPr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</a:p>
        </p:txBody>
      </p:sp>
      <p:sp>
        <p:nvSpPr>
          <p:cNvPr id="4" name="Date Placeholder 3">
            <a:extLst xmlns:a="http://schemas.openxmlformats.org/drawingml/2006/main">
              <a:ext uri="{FF2B5EF4-FFF2-40B4-BE49-F238E27FC236}">
                <a16:creationId xmlns:a16="http://schemas.microsoft.com/office/drawing/2014/main" id="{D38C9BD2-8DD0-447D-A6F4-7542F1FC60E0}"/>
              </a:ext>
            </a:extLst>
          </p:cNvPr>
          <p:cNvSpPr>
            <a:spLocks xmlns:a="http://schemas.openxmlformats.org/drawingml/2006/main" noGrp="1"/>
          </p:cNvSpPr>
          <p:nvPr>
            <p:ph type="dt" idx="2"/>
          </p:nvPr>
        </p:nvSpPr>
        <p:spPr>
          <a:xfrm xmlns:a="http://schemas.openxmlformats.org/drawingml/2006/main">
            <a:off x="1514475" y="39679563"/>
            <a:ext cx="7062788" cy="2279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l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 xmlns:a="http://schemas.openxmlformats.org/drawingml/2006/main">
            <a:fld id="{ACD5F50D-CA1B-4AE8-85A0-B23159DAF3E3}" type="datetimeFigureOut">
              <a:t>23/05/2017</a:t>
            </a:fld>
          </a:p>
        </p:txBody>
      </p:sp>
      <p:sp>
        <p:nvSpPr>
          <p:cNvPr id="5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B0D1AE7C-63EB-4A91-9DEE-602DF51EBBAA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>
          <a:xfrm xmlns:a="http://schemas.openxmlformats.org/drawingml/2006/main">
            <a:off x="10344150" y="39679563"/>
            <a:ext cx="9586913" cy="2279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ctr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 xmlns:a="http://schemas.openxmlformats.org/drawingml/2006/main"/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2A04514A-34DF-4511-861B-335CA1F8C5AE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21697950" y="39679563"/>
            <a:ext cx="7062788" cy="2279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r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 xmlns:a="http://schemas.openxmlformats.org/drawingml/2006/main">
            <a:fld id="{F381A9CB-ED5C-4579-B3C2-C84641D92BA3}" type="slidenum">
              <a:t>‹#›</a:t>
            </a:fld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73" r:id="R4d951bdd1a8b4ca8"/>
    <p:sldLayoutId xmlns:r="http://schemas.openxmlformats.org/officeDocument/2006/relationships" id="2147483674" r:id="R27f7de3d19ce418a"/>
    <p:sldLayoutId xmlns:r="http://schemas.openxmlformats.org/officeDocument/2006/relationships" id="2147483675" r:id="R115ef47602a64503"/>
    <p:sldLayoutId xmlns:r="http://schemas.openxmlformats.org/officeDocument/2006/relationships" id="2147483676" r:id="R442ed50ae70542cd"/>
    <p:sldLayoutId xmlns:r="http://schemas.openxmlformats.org/officeDocument/2006/relationships" id="2147483677" r:id="R9a3d132466e94dee"/>
    <p:sldLayoutId xmlns:r="http://schemas.openxmlformats.org/officeDocument/2006/relationships" id="2147483678" r:id="R53a22905f85048d6"/>
    <p:sldLayoutId xmlns:r="http://schemas.openxmlformats.org/officeDocument/2006/relationships" id="2147483679" r:id="Re9ba2b0299fb4f8f"/>
    <p:sldLayoutId xmlns:r="http://schemas.openxmlformats.org/officeDocument/2006/relationships" id="2147483680" r:id="R7117aeb63ad041b1"/>
    <p:sldLayoutId xmlns:r="http://schemas.openxmlformats.org/officeDocument/2006/relationships" id="2147483681" r:id="R0f3547030f684036"/>
    <p:sldLayoutId xmlns:r="http://schemas.openxmlformats.org/officeDocument/2006/relationships" id="2147483682" r:id="R13ddbea61fca4742"/>
    <p:sldLayoutId xmlns:r="http://schemas.openxmlformats.org/officeDocument/2006/relationships" id="2147483683" r:id="R9853d9f8d1764685"/>
  </p:sldLayoutIdLst>
  <p:txStyles>
    <p:titleStyle>
      <a:lvl1pPr xmlns:a="http://schemas.openxmlformats.org/drawingml/2006/main" algn="ctr" defTabSz="914400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342900" indent="-342900" algn="l" defTabSz="914400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742950" indent="-285750" algn="l" defTabSz="914400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 defTabSz="914400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 defTabSz="914400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 defTabSz="914400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 defTabSz="914400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 defTabSz="914400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 defTabSz="914400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 defTabSz="914400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slideMaster4.xml><?xml version="1.0" encoding="utf-8"?>
<p:sld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Placeholder 1">
            <a:extLst xmlns:a="http://schemas.openxmlformats.org/drawingml/2006/main">
              <a:ext uri="{FF2B5EF4-FFF2-40B4-BE49-F238E27FC236}">
                <a16:creationId xmlns:a16="http://schemas.microsoft.com/office/drawing/2014/main" id="{1D1EC3FB-CAFC-46AA-9348-C43C685825AA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514475" y="1714500"/>
            <a:ext cx="27246263" cy="713581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>
            <a:normAutofit/>
          </a:bodyPr>
          <a:lstStyle xmlns:a="http://schemas.openxmlformats.org/drawingml/2006/main"/>
          <a:p xmlns:a="http://schemas.openxmlformats.org/drawingml/2006/main">
            <a:r>
              <a:t>Click to edit Master title style</a:t>
            </a:r>
          </a:p>
        </p:txBody>
      </p:sp>
      <p:sp>
        <p:nvSpPr>
          <p:cNvPr id="3" name="Text Placeholder 2">
            <a:extLst xmlns:a="http://schemas.openxmlformats.org/drawingml/2006/main">
              <a:ext uri="{FF2B5EF4-FFF2-40B4-BE49-F238E27FC236}">
                <a16:creationId xmlns:a16="http://schemas.microsoft.com/office/drawing/2014/main" id="{ACB1802B-33A5-492D-AA3C-87F305E984DC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1514475" y="9990138"/>
            <a:ext cx="27246263" cy="28252737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>
            <a:normAutofit/>
          </a:bodyPr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</a:p>
        </p:txBody>
      </p:sp>
      <p:sp>
        <p:nvSpPr>
          <p:cNvPr id="4" name="Date Placeholder 3">
            <a:extLst xmlns:a="http://schemas.openxmlformats.org/drawingml/2006/main">
              <a:ext uri="{FF2B5EF4-FFF2-40B4-BE49-F238E27FC236}">
                <a16:creationId xmlns:a16="http://schemas.microsoft.com/office/drawing/2014/main" id="{EBE70C0C-98CF-4909-8664-B862070A7271}"/>
              </a:ext>
            </a:extLst>
          </p:cNvPr>
          <p:cNvSpPr>
            <a:spLocks xmlns:a="http://schemas.openxmlformats.org/drawingml/2006/main" noGrp="1"/>
          </p:cNvSpPr>
          <p:nvPr>
            <p:ph type="dt" idx="2"/>
          </p:nvPr>
        </p:nvSpPr>
        <p:spPr>
          <a:xfrm xmlns:a="http://schemas.openxmlformats.org/drawingml/2006/main">
            <a:off x="1514475" y="39679563"/>
            <a:ext cx="7062788" cy="2279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l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 xmlns:a="http://schemas.openxmlformats.org/drawingml/2006/main">
            <a:fld id="{AB0559A7-9A97-44F2-90C7-49938F5CA556}" type="datetimeFigureOut">
              <a:t>23/05/2017</a:t>
            </a:fld>
          </a:p>
        </p:txBody>
      </p:sp>
      <p:sp>
        <p:nvSpPr>
          <p:cNvPr id="5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E56EA974-9304-48C3-AE6F-69423B2B0494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>
          <a:xfrm xmlns:a="http://schemas.openxmlformats.org/drawingml/2006/main">
            <a:off x="10344150" y="39679563"/>
            <a:ext cx="9586913" cy="2279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ctr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 xmlns:a="http://schemas.openxmlformats.org/drawingml/2006/main"/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33217060-147F-43CC-822E-E083AD1DFB40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21697950" y="39679563"/>
            <a:ext cx="7062788" cy="2279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r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 xmlns:a="http://schemas.openxmlformats.org/drawingml/2006/main">
            <a:fld id="{B2722BE7-51AC-4551-A028-822C533957BD}" type="slidenum">
              <a:t>‹#›</a:t>
            </a:fld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85" r:id="Recdab00cb88e46b2"/>
    <p:sldLayoutId xmlns:r="http://schemas.openxmlformats.org/officeDocument/2006/relationships" id="2147483686" r:id="Rfbade8929763437b"/>
    <p:sldLayoutId xmlns:r="http://schemas.openxmlformats.org/officeDocument/2006/relationships" id="2147483687" r:id="R0665148a7ec34ef9"/>
    <p:sldLayoutId xmlns:r="http://schemas.openxmlformats.org/officeDocument/2006/relationships" id="2147483688" r:id="Raf390369bc3344b2"/>
    <p:sldLayoutId xmlns:r="http://schemas.openxmlformats.org/officeDocument/2006/relationships" id="2147483689" r:id="Rfda95050c65b48b9"/>
    <p:sldLayoutId xmlns:r="http://schemas.openxmlformats.org/officeDocument/2006/relationships" id="2147483690" r:id="Rf8918a762f3048f7"/>
    <p:sldLayoutId xmlns:r="http://schemas.openxmlformats.org/officeDocument/2006/relationships" id="2147483691" r:id="R4655a81f7e214322"/>
    <p:sldLayoutId xmlns:r="http://schemas.openxmlformats.org/officeDocument/2006/relationships" id="2147483692" r:id="R9e56976f58b44f4e"/>
    <p:sldLayoutId xmlns:r="http://schemas.openxmlformats.org/officeDocument/2006/relationships" id="2147483693" r:id="Rd16b69ef42044629"/>
    <p:sldLayoutId xmlns:r="http://schemas.openxmlformats.org/officeDocument/2006/relationships" id="2147483694" r:id="Re043d223ffe047aa"/>
    <p:sldLayoutId xmlns:r="http://schemas.openxmlformats.org/officeDocument/2006/relationships" id="2147483695" r:id="R9baed80c4e1d425b"/>
  </p:sldLayoutIdLst>
  <p:txStyles>
    <p:titleStyle>
      <a:lvl1pPr xmlns:a="http://schemas.openxmlformats.org/drawingml/2006/main" algn="ctr" defTabSz="914400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342900" indent="-342900" algn="l" defTabSz="914400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742950" indent="-285750" algn="l" defTabSz="914400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 defTabSz="914400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 defTabSz="914400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 defTabSz="914400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 defTabSz="914400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 defTabSz="914400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 defTabSz="914400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 defTabSz="914400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>
          <a:solidFill>
            <a:schemeClr val="phClr">
              <a:shade val="95000"/>
              <a:satMod val="105000"/>
            </a:schemeClr>
          </a:solidFill>
          <a:prstDash val="solid"/>
        </a:ln>
        <a:ln w="25400">
          <a:solidFill>
            <a:schemeClr val="phClr"/>
          </a:solidFill>
          <a:prstDash val="solid"/>
        </a:ln>
        <a:ln w="38100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slideMasters/theme/theme3.xml><?xml version="1.0" encoding="utf-8"?>
<a:theme xmlns:a="http://schemas.openxmlformats.org/drawingml/2006/main" name="2_Custom Design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>
          <a:solidFill>
            <a:schemeClr val="phClr">
              <a:shade val="95000"/>
              <a:satMod val="105000"/>
            </a:schemeClr>
          </a:solidFill>
          <a:prstDash val="solid"/>
        </a:ln>
        <a:ln w="25400">
          <a:solidFill>
            <a:schemeClr val="phClr"/>
          </a:solidFill>
          <a:prstDash val="solid"/>
        </a:ln>
        <a:ln w="38100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slideMasters/theme/theme4.xml><?xml version="1.0" encoding="utf-8"?>
<a:theme xmlns:a="http://schemas.openxmlformats.org/drawingml/2006/main" name="1_Custom Design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>
          <a:solidFill>
            <a:schemeClr val="phClr">
              <a:shade val="95000"/>
              <a:satMod val="105000"/>
            </a:schemeClr>
          </a:solidFill>
          <a:prstDash val="solid"/>
        </a:ln>
        <a:ln w="25400">
          <a:solidFill>
            <a:schemeClr val="phClr"/>
          </a:solidFill>
          <a:prstDash val="solid"/>
        </a:ln>
        <a:ln w="38100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slideMasters/theme/theme5.xml><?xml version="1.0" encoding="utf-8"?>
<a:theme xmlns:a="http://schemas.openxmlformats.org/drawingml/2006/main" name="Custom Design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>
          <a:solidFill>
            <a:schemeClr val="phClr">
              <a:shade val="95000"/>
              <a:satMod val="105000"/>
            </a:schemeClr>
          </a:solidFill>
          <a:prstDash val="solid"/>
        </a:ln>
        <a:ln w="25400">
          <a:solidFill>
            <a:schemeClr val="phClr"/>
          </a:solidFill>
          <a:prstDash val="solid"/>
        </a:ln>
        <a:ln w="38100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d252564c3b04579" /><Relationship Type="http://schemas.openxmlformats.org/officeDocument/2006/relationships/image" Target="/ppt/media/image2.png" Id="Re12b7a4c9ee54f3f" /><Relationship Type="http://schemas.openxmlformats.org/officeDocument/2006/relationships/image" Target="/ppt/media/image3.png" Id="R668cf5428cd043d8" /><Relationship Type="http://schemas.openxmlformats.org/officeDocument/2006/relationships/image" Target="/ppt/media/image4.png" Id="R60439dcdfb3b4ba2" /><Relationship Type="http://schemas.openxmlformats.org/officeDocument/2006/relationships/notesSlide" Target="/ppt/notesSlides/notesSlide1.xml" Id="Rdaba9cac8c624236" /></Relationships>
</file>

<file path=ppt/slides/slide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2" name="Rounded Rectangle 51">
            <a:extLst xmlns:a="http://schemas.openxmlformats.org/drawingml/2006/main">
              <a:ext uri="{FF2B5EF4-FFF2-40B4-BE49-F238E27FC236}">
                <a16:creationId xmlns:a16="http://schemas.microsoft.com/office/drawing/2014/main" id="{3F13A47A-37C9-49E1-9083-1490069498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708" y="15503972"/>
            <a:ext cx="13827383" cy="3384101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B9CDE5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50" name="Rounded Rectangle 49">
            <a:extLst xmlns:a="http://schemas.openxmlformats.org/drawingml/2006/main">
              <a:ext uri="{FF2B5EF4-FFF2-40B4-BE49-F238E27FC236}">
                <a16:creationId xmlns:a16="http://schemas.microsoft.com/office/drawing/2014/main" id="{D66AB5F8-AA13-4B12-8E31-30E977BA7F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709" y="19255119"/>
            <a:ext cx="28677536" cy="18202106"/>
          </a:xfrm>
          <a:prstGeom xmlns:a="http://schemas.openxmlformats.org/drawingml/2006/main" prst="roundRect">
            <a:avLst>
              <a:gd name="adj" fmla="val 4369"/>
            </a:avLst>
          </a:prstGeom>
          <a:noFill xmlns:a="http://schemas.openxmlformats.org/drawingml/2006/main"/>
          <a:ln xmlns:a="http://schemas.openxmlformats.org/drawingml/2006/main" w="127000">
            <a:solidFill>
              <a:srgbClr val="B9CDE5"/>
            </a:solidFill>
          </a:ln>
          <a:effectLst xmlns:a="http://schemas.openxmlformats.org/drawingml/2006/main">
            <a:outerShdw blurRad="40000" dist="23000" dir="5400000" rotWithShape="0">
              <a:schemeClr val="bg1">
                <a:alpha val="0"/>
              </a:schemeClr>
            </a:outerShdw>
          </a:effectLst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47" name="Rounded Rectangle 46">
            <a:extLst xmlns:a="http://schemas.openxmlformats.org/drawingml/2006/main">
              <a:ext uri="{FF2B5EF4-FFF2-40B4-BE49-F238E27FC236}">
                <a16:creationId xmlns:a16="http://schemas.microsoft.com/office/drawing/2014/main" id="{1ED4BAE9-E9E5-482D-97F5-9969BF6578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709" y="9428767"/>
            <a:ext cx="20353469" cy="5420628"/>
          </a:xfrm>
          <a:prstGeom xmlns:a="http://schemas.openxmlformats.org/drawingml/2006/main" prst="roundRect">
            <a:avLst/>
          </a:prstGeom>
          <a:noFill xmlns:a="http://schemas.openxmlformats.org/drawingml/2006/main"/>
          <a:ln xmlns:a="http://schemas.openxmlformats.org/drawingml/2006/main" w="127000">
            <a:solidFill>
              <a:srgbClr val="B9CDE5"/>
            </a:solidFill>
          </a:ln>
          <a:effectLst xmlns:a="http://schemas.openxmlformats.org/drawingml/2006/main">
            <a:outerShdw blurRad="40000" dist="23000" dir="5400000" rotWithShape="0">
              <a:schemeClr val="bg1">
                <a:alpha val="0"/>
              </a:schemeClr>
            </a:outerShdw>
          </a:effectLst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6" name="TextBox 5">
            <a:extLst xmlns:a="http://schemas.openxmlformats.org/drawingml/2006/main">
              <a:ext uri="{FF2B5EF4-FFF2-40B4-BE49-F238E27FC236}">
                <a16:creationId xmlns:a16="http://schemas.microsoft.com/office/drawing/2014/main" id="{039E3FA2-F417-4890-9773-7329A40D98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6000" y="5734309"/>
            <a:ext cx="29843999" cy="320087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b="1">
                <a:latin typeface="Arial"/>
                <a:ea typeface="Arial"/>
                <a:cs typeface="Arial"/>
              </a:rPr>
              <a:t>Resource Allocation for Integrated Sensing</a:t>
            </a:r>
          </a:p>
          <a:p xmlns:a="http://schemas.openxmlformats.org/drawingml/2006/main">
            <a:pPr algn="ctr">
              <a:buNone/>
            </a:pPr>
            <a:r>
              <a:rPr sz="7200" i="1">
                <a:latin typeface="Arial"/>
                <a:ea typeface="Arial"/>
                <a:cs typeface="Arial"/>
              </a:rPr>
              <a:t>and Communication (ISAC) in Cell-Free Massive MIMO Systems</a:t>
            </a:r>
          </a:p>
          <a:p xmlns:a="http://schemas.openxmlformats.org/drawingml/2006/main">
            <a:pPr algn="ctr">
              <a:buNone/>
            </a:pPr>
            <a:r>
              <a:rPr sz="4800" i="1">
                <a:latin typeface="Arial"/>
                <a:ea typeface="Arial"/>
                <a:cs typeface="Arial"/>
              </a:rPr>
              <a:t>Xinpeng Yu | Supervisors: Derrick Ng and Shaokang Hu</a:t>
            </a:r>
          </a:p>
        </p:txBody>
      </p:sp>
      <p:sp>
        <p:nvSpPr>
          <p:cNvPr id="19" name="TextBox 18">
            <a:extLst xmlns:a="http://schemas.openxmlformats.org/drawingml/2006/main">
              <a:ext uri="{FF2B5EF4-FFF2-40B4-BE49-F238E27FC236}">
                <a16:creationId xmlns:a16="http://schemas.microsoft.com/office/drawing/2014/main" id="{42CE3496-9351-42AB-878F-D4C779F7A7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4670" y="9787941"/>
            <a:ext cx="8493287" cy="66099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r>
              <a:rPr sz="3600" b="1">
                <a:latin typeface="Arial"/>
                <a:ea typeface="Arial"/>
                <a:cs typeface="Arial"/>
              </a:rPr>
              <a:t>ABSTRACT &amp; RATIONALE</a:t>
            </a:r>
          </a:p>
        </p:txBody>
      </p:sp>
      <p:sp>
        <p:nvSpPr>
          <p:cNvPr id="15" name="TextBox 14">
            <a:extLst xmlns:a="http://schemas.openxmlformats.org/drawingml/2006/main">
              <a:ext uri="{FF2B5EF4-FFF2-40B4-BE49-F238E27FC236}">
                <a16:creationId xmlns:a16="http://schemas.microsoft.com/office/drawing/2014/main" id="{53A5AA22-CE92-4CF1-9F5A-F753603323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70091" y="15819549"/>
            <a:ext cx="12622464" cy="646331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r>
              <a:rPr sz="3600" b="1">
                <a:latin typeface="Arial"/>
                <a:ea typeface="Arial"/>
                <a:cs typeface="Arial"/>
              </a:rPr>
              <a:t>OBJECTIVES &amp; SYSTEM MODEL</a:t>
            </a:r>
          </a:p>
        </p:txBody>
      </p:sp>
      <p:sp>
        <p:nvSpPr>
          <p:cNvPr id="20" name="TextBox 19">
            <a:extLst xmlns:a="http://schemas.openxmlformats.org/drawingml/2006/main">
              <a:ext uri="{FF2B5EF4-FFF2-40B4-BE49-F238E27FC236}">
                <a16:creationId xmlns:a16="http://schemas.microsoft.com/office/drawing/2014/main" id="{3E988B42-15E3-4463-A851-EA6B0A8573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70090" y="19840341"/>
            <a:ext cx="27634006" cy="646331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3600" b="1">
                <a:latin typeface="Arial"/>
                <a:ea typeface="Arial"/>
                <a:cs typeface="Arial"/>
              </a:rPr>
              <a:t>RESULTS &amp; DEMONSTRATION</a:t>
            </a:r>
          </a:p>
        </p:txBody>
      </p:sp>
      <p:pic>
        <p:nvPicPr>
          <p:cNvPr id="84" name="Picture 22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12b7a4c9ee54f3f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20955000" y="10858500"/>
            <a:ext cx="7620000" cy="3228975"/>
          </a:xfrm>
          <a:prstGeom xmlns:a="http://schemas.openxmlformats.org/drawingml/2006/main" prst="roundRect">
            <a:avLst/>
          </a:prstGeom>
          <a:effectLst xmlns:a="http://schemas.openxmlformats.org/drawingml/2006/main"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pic>
        <p:nvPicPr>
          <p:cNvPr id="85" name="Picture 23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68cf5428cd043d8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3705225" y="23955375"/>
            <a:ext cx="22860000" cy="6315075"/>
          </a:xfrm>
          <a:prstGeom xmlns:a="http://schemas.openxmlformats.org/drawingml/2006/main" prst="rect">
            <a:avLst/>
          </a:prstGeom>
        </p:spPr>
      </p:pic>
      <p:pic>
        <p:nvPicPr>
          <p:cNvPr id="86" name="Picture 30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0439dcdfb3b4ba2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3705225" y="30337125"/>
            <a:ext cx="22860000" cy="6772275"/>
          </a:xfrm>
          <a:prstGeom xmlns:a="http://schemas.openxmlformats.org/drawingml/2006/main" prst="rect">
            <a:avLst/>
          </a:prstGeom>
        </p:spPr>
      </p:pic>
      <p:sp>
        <p:nvSpPr>
          <p:cNvPr id="38" name="TextBox 37">
            <a:extLst xmlns:a="http://schemas.openxmlformats.org/drawingml/2006/main">
              <a:ext uri="{FF2B5EF4-FFF2-40B4-BE49-F238E27FC236}">
                <a16:creationId xmlns:a16="http://schemas.microsoft.com/office/drawing/2014/main" id="{2BFF4D1D-1058-4A03-AC3E-40AE603D4C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4669" y="10718344"/>
            <a:ext cx="19048660" cy="371475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>
              <a:buNone/>
            </a:pPr>
            <a:r>
              <a:rPr sz="2400">
                <a:latin typeface="Arial"/>
                <a:ea typeface="Arial"/>
                <a:cs typeface="Arial"/>
              </a:rPr>
              <a:t>- 6G applications need simultaneous communication and high-precision sensing. Cell-free massive MIMO ISAC avoids duplicated spectrum, but imperfect CSI and non-convex resource allocation hinder deployment.</a:t>
            </a:r>
          </a:p>
          <a:p xmlns:a="http://schemas.openxmlformats.org/drawingml/2006/main">
            <a:pPr>
              <a:buNone/>
            </a:pPr>
            <a:r>
              <a:rPr sz="2400">
                <a:latin typeface="Arial"/>
                <a:ea typeface="Arial"/>
                <a:cs typeface="Arial"/>
              </a:rPr>
              <a:t>- Gap: a nearest/path-loss AP cluster can contain APs with zero dedicated sensing power, so nominal selection is not physically meaningful participation.</a:t>
            </a:r>
          </a:p>
          <a:p xmlns:a="http://schemas.openxmlformats.org/drawingml/2006/main">
            <a:pPr>
              <a:buNone/>
            </a:pPr>
            <a:r>
              <a:rPr sz="2400">
                <a:latin typeface="Arial"/>
                <a:ea typeface="Arial"/>
                <a:cs typeface="Arial"/>
              </a:rPr>
              <a:t>- Aim: minimise total transmit power while meeting robust communication SINR, sensing SINR and position-PCRB tracking constraints.</a:t>
            </a:r>
          </a:p>
          <a:p xmlns:a="http://schemas.openxmlformats.org/drawingml/2006/main">
            <a:pPr>
              <a:buNone/>
            </a:pPr>
            <a:r>
              <a:rPr sz="2400">
                <a:latin typeface="Arial"/>
                <a:ea typeface="Arial"/>
                <a:cs typeface="Arial"/>
              </a:rPr>
              <a:t>- Thesis claim: AP-target participation must be optimised jointly with robust beamforming to obtain physically feasible, energy-efficient sensing clusters.</a:t>
            </a:r>
          </a:p>
          <a:p xmlns:a="http://schemas.openxmlformats.org/drawingml/2006/main">
            <a:pPr>
              <a:buNone/>
            </a:pPr>
            <a:r>
              <a:rPr sz="2400">
                <a:latin typeface="Arial"/>
                <a:ea typeface="Arial"/>
                <a:cs typeface="Arial"/>
              </a:rPr>
              <a:t>- Evidence is reported only after fixed-topology re-optimisation and explicit feasibility validation.</a:t>
            </a:r>
          </a:p>
        </p:txBody>
      </p:sp>
      <p:sp>
        <p:nvSpPr>
          <p:cNvPr id="40" name="TextBox 39">
            <a:extLst xmlns:a="http://schemas.openxmlformats.org/drawingml/2006/main">
              <a:ext uri="{FF2B5EF4-FFF2-40B4-BE49-F238E27FC236}">
                <a16:creationId xmlns:a16="http://schemas.microsoft.com/office/drawing/2014/main" id="{66DD3917-8CB5-4789-864D-F6FE5EDB62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70092" y="16619828"/>
            <a:ext cx="12608212" cy="2651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>
              <a:buNone/>
            </a:pPr>
            <a:r>
              <a:rPr sz="2400">
                <a:latin typeface="Arial"/>
                <a:ea typeface="Arial"/>
                <a:cs typeface="Arial"/>
              </a:rPr>
              <a:t>1. Optimise AP-target participation and robust transmit covariances jointly.</a:t>
            </a:r>
          </a:p>
          <a:p xmlns:a="http://schemas.openxmlformats.org/drawingml/2006/main">
            <a:pPr>
              <a:buNone/>
            </a:pPr>
            <a:r>
              <a:rPr sz="2400">
                <a:latin typeface="Arial"/>
                <a:ea typeface="Arial"/>
                <a:cs typeface="Arial"/>
              </a:rPr>
              <a:t>2. Tested system: M=6 APs, Nt=2 antennas/AP, K=3 UEs, P=2 targets, 400 m x 400 m.</a:t>
            </a:r>
          </a:p>
          <a:p xmlns:a="http://schemas.openxmlformats.org/drawingml/2006/main">
            <a:pPr>
              <a:buNone/>
            </a:pPr>
            <a:r>
              <a:rPr sz="2400">
                <a:latin typeface="Arial"/>
                <a:ea typeface="Arial"/>
                <a:cs typeface="Arial"/>
              </a:rPr>
              <a:t>3. Each target selects exactly Nreq APs through b_mp in {0,1}.</a:t>
            </a:r>
          </a:p>
          <a:p xmlns:a="http://schemas.openxmlformats.org/drawingml/2006/main">
            <a:pPr>
              <a:buNone/>
            </a:pPr>
            <a:r>
              <a:rPr sz="2400">
                <a:latin typeface="Arial"/>
                <a:ea typeface="Arial"/>
                <a:cs typeface="Arial"/>
              </a:rPr>
              <a:t>4. The sensing-power gate forces every selected AP to radiate nonzero dedicated sensing power.</a:t>
            </a:r>
          </a:p>
          <a:p xmlns:a="http://schemas.openxmlformats.org/drawingml/2006/main">
            <a:pPr>
              <a:buNone/>
            </a:pPr>
            <a:r>
              <a:rPr sz="2400">
                <a:latin typeface="Arial"/>
                <a:ea typeface="Arial"/>
                <a:cs typeface="Arial"/>
              </a:rPr>
              <a:t>5. Communication remains globally cooperative; only dedicated sensing is participation-gated.</a:t>
            </a:r>
          </a:p>
        </p:txBody>
      </p:sp>
      <p:sp>
        <p:nvSpPr>
          <p:cNvPr id="42" name="TextBox 41">
            <a:extLst xmlns:a="http://schemas.openxmlformats.org/drawingml/2006/main">
              <a:ext uri="{FF2B5EF4-FFF2-40B4-BE49-F238E27FC236}">
                <a16:creationId xmlns:a16="http://schemas.microsoft.com/office/drawing/2014/main" id="{0AEA5035-594B-403D-8780-88838A44F0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70090" y="20940568"/>
            <a:ext cx="12008089" cy="55399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r>
              <a:rPr sz="3000" i="1">
                <a:latin typeface="Arial"/>
                <a:ea typeface="Arial"/>
                <a:cs typeface="Arial"/>
              </a:rPr>
              <a:t>HOW TO READ THE SIX RESULT PANELS</a:t>
            </a:r>
          </a:p>
        </p:txBody>
      </p:sp>
      <p:sp>
        <p:nvSpPr>
          <p:cNvPr id="43" name="TextBox 42">
            <a:extLst xmlns:a="http://schemas.openxmlformats.org/drawingml/2006/main">
              <a:ext uri="{FF2B5EF4-FFF2-40B4-BE49-F238E27FC236}">
                <a16:creationId xmlns:a16="http://schemas.microsoft.com/office/drawing/2014/main" id="{248D57D3-8807-4183-ACB8-B18D64119D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70091" y="21872392"/>
            <a:ext cx="13335000" cy="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>
              <a:buNone/>
            </a:pPr>
            <a:r>
              <a:rPr sz="2400">
                <a:latin typeface="Arial"/>
                <a:ea typeface="Arial"/>
                <a:cs typeface="Arial"/>
              </a:rPr>
              <a:t/>
            </a:r>
          </a:p>
        </p:txBody>
      </p:sp>
      <p:sp>
        <p:nvSpPr>
          <p:cNvPr id="54" name="Rounded Rectangle 53">
            <a:extLst xmlns:a="http://schemas.openxmlformats.org/drawingml/2006/main">
              <a:ext uri="{FF2B5EF4-FFF2-40B4-BE49-F238E27FC236}">
                <a16:creationId xmlns:a16="http://schemas.microsoft.com/office/drawing/2014/main" id="{96BA4BB9-C6E3-4442-A7F3-41BFD736FF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707" y="37911314"/>
            <a:ext cx="28677537" cy="4252706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B9CDE5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55" name="TextBox 54">
            <a:extLst xmlns:a="http://schemas.openxmlformats.org/drawingml/2006/main">
              <a:ext uri="{FF2B5EF4-FFF2-40B4-BE49-F238E27FC236}">
                <a16:creationId xmlns:a16="http://schemas.microsoft.com/office/drawing/2014/main" id="{56CF20C2-091B-4AF8-9A81-E7E7844FA8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47066" y="38379409"/>
            <a:ext cx="12622464" cy="646331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r>
              <a:rPr sz="3600" b="1">
                <a:latin typeface="Arial"/>
                <a:ea typeface="Arial"/>
                <a:cs typeface="Arial"/>
              </a:rPr>
              <a:t>CONCLUSIONS, LIMITATIONS &amp; FUTURE WORK</a:t>
            </a:r>
          </a:p>
        </p:txBody>
      </p:sp>
      <p:sp>
        <p:nvSpPr>
          <p:cNvPr id="56" name="TextBox 55">
            <a:extLst xmlns:a="http://schemas.openxmlformats.org/drawingml/2006/main">
              <a:ext uri="{FF2B5EF4-FFF2-40B4-BE49-F238E27FC236}">
                <a16:creationId xmlns:a16="http://schemas.microsoft.com/office/drawing/2014/main" id="{DC154571-5207-46E5-81CC-A8B7B4DEFF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47067" y="39179688"/>
            <a:ext cx="13525500" cy="33832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>
              <a:buNone/>
            </a:pPr>
            <a:r>
              <a:rPr sz="2400">
                <a:latin typeface="Arial"/>
                <a:ea typeface="Arial"/>
                <a:cs typeface="Arial"/>
              </a:rPr>
              <a:t>FINDINGS</a:t>
            </a:r>
          </a:p>
          <a:p xmlns:a="http://schemas.openxmlformats.org/drawingml/2006/main">
            <a:pPr>
              <a:buNone/>
            </a:pPr>
            <a:r>
              <a:rPr sz="2400">
                <a:latin typeface="Arial"/>
                <a:ea typeface="Arial"/>
                <a:cs typeface="Arial"/>
              </a:rPr>
              <a:t>- The participation gate removes selected-but-silent APs; FIM clusters are physically defensible.</a:t>
            </a:r>
          </a:p>
          <a:p xmlns:a="http://schemas.openxmlformats.org/drawingml/2006/main">
            <a:pPr>
              <a:buNone/>
            </a:pPr>
            <a:r>
              <a:rPr sz="2400">
                <a:latin typeface="Arial"/>
                <a:ea typeface="Arial"/>
                <a:cs typeface="Arial"/>
              </a:rPr>
              <a:t>- In this six-AP study, Nreq=4 is minimum-power and robust CSI is necessary.</a:t>
            </a:r>
          </a:p>
          <a:p xmlns:a="http://schemas.openxmlformats.org/drawingml/2006/main">
            <a:pPr>
              <a:buNone/>
            </a:pPr>
            <a:r>
              <a:rPr sz="2400">
                <a:latin typeface="Arial"/>
                <a:ea typeface="Arial"/>
                <a:cs typeface="Arial"/>
              </a:rPr>
              <a:t>LIMITATION</a:t>
            </a:r>
          </a:p>
          <a:p xmlns:a="http://schemas.openxmlformats.org/drawingml/2006/main">
            <a:pPr>
              <a:buNone/>
            </a:pPr>
            <a:r>
              <a:rPr sz="2400">
                <a:latin typeface="Arial"/>
                <a:ea typeface="Arial"/>
                <a:cs typeface="Arial"/>
              </a:rPr>
              <a:t>- Simulation only: fronthaul and compute energy are not yet included.</a:t>
            </a:r>
          </a:p>
          <a:p xmlns:a="http://schemas.openxmlformats.org/drawingml/2006/main">
            <a:pPr>
              <a:buNone/>
            </a:pPr>
            <a:r>
              <a:rPr sz="2400">
                <a:latin typeface="Arial"/>
                <a:ea typeface="Arial"/>
                <a:cs typeface="Arial"/>
              </a:rPr>
              <a:t>FUTURE WORK</a:t>
            </a:r>
          </a:p>
          <a:p xmlns:a="http://schemas.openxmlformats.org/drawingml/2006/main">
            <a:pPr>
              <a:buNone/>
            </a:pPr>
            <a:r>
              <a:rPr sz="2400">
                <a:latin typeface="Arial"/>
                <a:ea typeface="Arial"/>
                <a:cs typeface="Arial"/>
              </a:rPr>
              <a:t>- Scale with distributed optimisation; add radio/fronthaul/compute cost; perform hardware-in-the-loop sensing validation.</a:t>
            </a:r>
          </a:p>
        </p:txBody>
      </p:sp>
      <p:sp>
        <p:nvSpPr>
          <p:cNvPr id="61" name="Rounded Rectangle 60">
            <a:extLst xmlns:a="http://schemas.openxmlformats.org/drawingml/2006/main">
              <a:ext uri="{FF2B5EF4-FFF2-40B4-BE49-F238E27FC236}">
                <a16:creationId xmlns:a16="http://schemas.microsoft.com/office/drawing/2014/main" id="{ABB900C7-1666-4E57-B076-0B526C23F7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068888" y="15503972"/>
            <a:ext cx="14386357" cy="3384101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B9CDE5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62" name="TextBox 61">
            <a:extLst xmlns:a="http://schemas.openxmlformats.org/drawingml/2006/main">
              <a:ext uri="{FF2B5EF4-FFF2-40B4-BE49-F238E27FC236}">
                <a16:creationId xmlns:a16="http://schemas.microsoft.com/office/drawing/2014/main" id="{6DFA05C1-EB73-43B2-A62F-09150F72BD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561271" y="15819549"/>
            <a:ext cx="12622464" cy="646331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r>
              <a:rPr sz="3600" b="1">
                <a:latin typeface="Arial"/>
                <a:ea typeface="Arial"/>
                <a:cs typeface="Arial"/>
              </a:rPr>
              <a:t>CORE ALGORITHM</a:t>
            </a:r>
          </a:p>
        </p:txBody>
      </p:sp>
      <p:sp>
        <p:nvSpPr>
          <p:cNvPr id="63" name="TextBox 62">
            <a:extLst xmlns:a="http://schemas.openxmlformats.org/drawingml/2006/main">
              <a:ext uri="{FF2B5EF4-FFF2-40B4-BE49-F238E27FC236}">
                <a16:creationId xmlns:a16="http://schemas.microsoft.com/office/drawing/2014/main" id="{C3BB5E58-11C6-47CC-90BE-EB862929FD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561272" y="16619828"/>
            <a:ext cx="12608212" cy="2286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>
              <a:buNone/>
            </a:pPr>
            <a:r>
              <a:rPr sz="2400">
                <a:latin typeface="Arial"/>
                <a:ea typeface="Arial"/>
                <a:cs typeface="Arial"/>
              </a:rPr>
              <a:t>1. Covariance lifting and semidefinite relaxation (SDR).</a:t>
            </a:r>
          </a:p>
          <a:p xmlns:a="http://schemas.openxmlformats.org/drawingml/2006/main">
            <a:pPr>
              <a:buNone/>
            </a:pPr>
            <a:r>
              <a:rPr sz="2400">
                <a:latin typeface="Arial"/>
                <a:ea typeface="Arial"/>
                <a:cs typeface="Arial"/>
              </a:rPr>
              <a:t>2. S-procedure for bounded CSI uncertainty in robust SINR constraints.</a:t>
            </a:r>
          </a:p>
          <a:p xmlns:a="http://schemas.openxmlformats.org/drawingml/2006/main">
            <a:pPr>
              <a:buNone/>
            </a:pPr>
            <a:r>
              <a:rPr sz="2400">
                <a:latin typeface="Arial"/>
                <a:ea typeface="Arial"/>
                <a:cs typeface="Arial"/>
              </a:rPr>
              <a:t>3. Schur-complement LMI reformulation of the PCRB tracking constraint.</a:t>
            </a:r>
          </a:p>
          <a:p xmlns:a="http://schemas.openxmlformats.org/drawingml/2006/main">
            <a:pPr>
              <a:buNone/>
            </a:pPr>
            <a:r>
              <a:rPr sz="2400">
                <a:latin typeface="Arial"/>
                <a:ea typeface="Arial"/>
                <a:cs typeface="Arial"/>
              </a:rPr>
              <a:t>4. Dual-DC successive convex approximation for rank and binary recovery.</a:t>
            </a:r>
          </a:p>
          <a:p xmlns:a="http://schemas.openxmlformats.org/drawingml/2006/main">
            <a:pPr>
              <a:buNone/>
            </a:pPr>
            <a:r>
              <a:rPr sz="2400">
                <a:latin typeface="Arial"/>
                <a:ea typeface="Arial"/>
                <a:cs typeface="Arial"/>
              </a:rPr>
              <a:t>5. Fix recovered topology, re-optimise, then validate power, SINR, PCRB and association gates.</a:t>
            </a:r>
          </a:p>
        </p:txBody>
      </p:sp>
      <p:sp>
        <p:nvSpPr>
          <p:cNvPr id="30" name="TextBox 29">
            <a:extLst xmlns:a="http://schemas.openxmlformats.org/drawingml/2006/main">
              <a:ext uri="{FF2B5EF4-FFF2-40B4-BE49-F238E27FC236}">
                <a16:creationId xmlns:a16="http://schemas.microsoft.com/office/drawing/2014/main" id="{EA62FC93-7B03-4244-A01F-D96006A7DA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54019" y="1816752"/>
            <a:ext cx="10132802" cy="1169551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r>
              <a:rPr sz="7000" b="1">
                <a:latin typeface="Arial"/>
                <a:ea typeface="Arial"/>
                <a:cs typeface="Arial"/>
              </a:rPr>
              <a:t>Thesis  2026</a:t>
            </a:r>
          </a:p>
        </p:txBody>
      </p:sp>
      <p:sp>
        <p:nvSpPr>
          <p:cNvPr id="72" name="">
            <a:extLst xmlns:a="http://schemas.openxmlformats.org/drawingml/2006/main">
              <a:ext uri="{FF2B5EF4-FFF2-40B4-BE49-F238E27FC236}">
                <a16:creationId xmlns:a16="http://schemas.microsoft.com/office/drawing/2014/main" id="{E6BE32F7-9F6D-4E9B-A926-17C22F89C3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21812250"/>
            <a:ext cx="13144500" cy="1714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>
              <a:defRPr sz="2700">
                <a:solidFill>
                  <a:srgbClr val="111111"/>
                </a:solidFill>
              </a:defRPr>
            </a:pPr>
            <a:r>
              <a:rPr sz="2700">
                <a:solidFill>
                  <a:srgbClr val="111111"/>
                </a:solidFill>
              </a:rPr>
              <a:t>1. Feasibility: all clusters pass the nonzero-power gate.</a:t>
            </a:r>
          </a:p>
          <a:p xmlns:a="http://schemas.openxmlformats.org/drawingml/2006/main">
            <a:pPr>
              <a:defRPr sz="2700">
                <a:solidFill>
                  <a:srgbClr val="111111"/>
                </a:solidFill>
              </a:defRPr>
            </a:pPr>
            <a:r>
              <a:rPr sz="2700">
                <a:solidFill>
                  <a:srgbClr val="111111"/>
                </a:solidFill>
              </a:rPr>
              <a:t>2. Power: Nreq=4 gives the minimum, 29.50 mW.</a:t>
            </a:r>
          </a:p>
          <a:p xmlns:a="http://schemas.openxmlformats.org/drawingml/2006/main">
            <a:pPr>
              <a:defRPr sz="2700">
                <a:solidFill>
                  <a:srgbClr val="111111"/>
                </a:solidFill>
              </a:defRPr>
            </a:pPr>
            <a:r>
              <a:rPr sz="2700">
                <a:solidFill>
                  <a:srgbClr val="111111"/>
                </a:solidFill>
              </a:rPr>
              <a:t>3. Runtime: SCA solves one trial in 2.6-6.1 s.</a:t>
            </a:r>
          </a:p>
        </p:txBody>
      </p:sp>
      <p:sp>
        <p:nvSpPr>
          <p:cNvPr id="73" name="">
            <a:extLst xmlns:a="http://schemas.openxmlformats.org/drawingml/2006/main">
              <a:ext uri="{FF2B5EF4-FFF2-40B4-BE49-F238E27FC236}">
                <a16:creationId xmlns:a16="http://schemas.microsoft.com/office/drawing/2014/main" id="{7BB4A414-EA86-49EE-9E74-5E0F62E10C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335250" y="21812250"/>
            <a:ext cx="13525500" cy="1714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>
              <a:defRPr sz="2700">
                <a:solidFill>
                  <a:srgbClr val="111111"/>
                </a:solidFill>
              </a:defRPr>
            </a:pPr>
            <a:r>
              <a:rPr sz="2700">
                <a:solidFill>
                  <a:srgbClr val="111111"/>
                </a:solidFill>
              </a:rPr>
              <a:t>4. Certified feasibility: both designs pass before perturbation.</a:t>
            </a:r>
          </a:p>
          <a:p xmlns:a="http://schemas.openxmlformats.org/drawingml/2006/main">
            <a:pPr>
              <a:defRPr sz="2700">
                <a:solidFill>
                  <a:srgbClr val="111111"/>
                </a:solidFill>
              </a:defRPr>
            </a:pPr>
            <a:r>
              <a:rPr sz="2700">
                <a:solidFill>
                  <a:srgbClr val="111111"/>
                </a:solidFill>
              </a:rPr>
              <a:t>5. Outage: robust 0%; nominal 89.0-91.9%.</a:t>
            </a:r>
          </a:p>
          <a:p xmlns:a="http://schemas.openxmlformats.org/drawingml/2006/main">
            <a:pPr>
              <a:defRPr sz="2700">
                <a:solidFill>
                  <a:srgbClr val="111111"/>
                </a:solidFill>
              </a:defRPr>
            </a:pPr>
            <a:r>
              <a:rPr sz="2700">
                <a:solidFill>
                  <a:srgbClr val="111111"/>
                </a:solidFill>
              </a:rPr>
              <a:t>6. Robustness cost: power rises slightly with CSI uncertainty.</a:t>
            </a:r>
          </a:p>
        </p:txBody>
      </p:sp>
      <p:sp>
        <p:nvSpPr>
          <p:cNvPr id="74" name="">
            <a:extLst xmlns:a="http://schemas.openxmlformats.org/drawingml/2006/main">
              <a:ext uri="{FF2B5EF4-FFF2-40B4-BE49-F238E27FC236}">
                <a16:creationId xmlns:a16="http://schemas.microsoft.com/office/drawing/2014/main" id="{8A8FB8FB-09FD-4AB3-89E6-A0BB81F279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049500" y="38957250"/>
            <a:ext cx="38100" cy="2857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75" name="">
            <a:extLst xmlns:a="http://schemas.openxmlformats.org/drawingml/2006/main">
              <a:ext uri="{FF2B5EF4-FFF2-40B4-BE49-F238E27FC236}">
                <a16:creationId xmlns:a16="http://schemas.microsoft.com/office/drawing/2014/main" id="{176B3778-47AE-4F96-93BF-3442DFFC2F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21000" y="38385750"/>
            <a:ext cx="11906250" cy="4953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2700" b="1">
                <a:solidFill>
                  <a:srgbClr val="111111"/>
                </a:solidFill>
              </a:defRPr>
            </a:pPr>
            <a:r>
              <a:rPr sz="2700" b="1">
                <a:solidFill>
                  <a:srgbClr val="111111"/>
                </a:solidFill>
              </a:rPr>
              <a:t>KEY PARAMETERS</a:t>
            </a:r>
          </a:p>
        </p:txBody>
      </p:sp>
      <p:sp>
        <p:nvSpPr>
          <p:cNvPr id="76" name="">
            <a:extLst xmlns:a="http://schemas.openxmlformats.org/drawingml/2006/main">
              <a:ext uri="{FF2B5EF4-FFF2-40B4-BE49-F238E27FC236}">
                <a16:creationId xmlns:a16="http://schemas.microsoft.com/office/drawing/2014/main" id="{96A8895C-161B-4D97-AE42-C59A925489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21000" y="39052500"/>
            <a:ext cx="11906250" cy="2571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>
              <a:defRPr sz="2250">
                <a:solidFill>
                  <a:srgbClr val="111111"/>
                </a:solidFill>
              </a:defRPr>
            </a:pPr>
            <a:r>
              <a:rPr sz="2250">
                <a:solidFill>
                  <a:srgbClr val="111111"/>
                </a:solidFill>
              </a:rPr>
              <a:t>Network: M=6 APs, Nt=2, K=3 UEs, P=2 targets</a:t>
            </a:r>
          </a:p>
          <a:p xmlns:a="http://schemas.openxmlformats.org/drawingml/2006/main">
            <a:pPr>
              <a:defRPr sz="2250">
                <a:solidFill>
                  <a:srgbClr val="111111"/>
                </a:solidFill>
              </a:defRPr>
            </a:pPr>
            <a:r>
              <a:rPr sz="2250">
                <a:solidFill>
                  <a:srgbClr val="111111"/>
                </a:solidFill>
              </a:rPr>
              <a:t>Area: 400 m x 400 m</a:t>
            </a:r>
          </a:p>
          <a:p xmlns:a="http://schemas.openxmlformats.org/drawingml/2006/main">
            <a:pPr>
              <a:defRPr sz="2250">
                <a:solidFill>
                  <a:srgbClr val="111111"/>
                </a:solidFill>
              </a:defRPr>
            </a:pPr>
            <a:r>
              <a:rPr sz="2250">
                <a:solidFill>
                  <a:srgbClr val="111111"/>
                </a:solidFill>
              </a:rPr>
              <a:t>Participation: Nreq=2 to 6 (default 3)</a:t>
            </a:r>
          </a:p>
          <a:p xmlns:a="http://schemas.openxmlformats.org/drawingml/2006/main">
            <a:pPr>
              <a:defRPr sz="2250">
                <a:solidFill>
                  <a:srgbClr val="111111"/>
                </a:solidFill>
              </a:defRPr>
            </a:pPr>
            <a:r>
              <a:rPr sz="2250">
                <a:solidFill>
                  <a:srgbClr val="111111"/>
                </a:solidFill>
              </a:rPr>
              <a:t>Pmax=0.1 W; sensing gate = 1 to 100 mW</a:t>
            </a:r>
          </a:p>
          <a:p xmlns:a="http://schemas.openxmlformats.org/drawingml/2006/main">
            <a:pPr>
              <a:defRPr sz="2250">
                <a:solidFill>
                  <a:srgbClr val="111111"/>
                </a:solidFill>
              </a:defRPr>
            </a:pPr>
            <a:r>
              <a:rPr sz="2250">
                <a:solidFill>
                  <a:srgbClr val="111111"/>
                </a:solidFill>
              </a:rPr>
              <a:t>CSI uncertainty: epsilon_h=0.05; 30 common seeds</a:t>
            </a:r>
          </a:p>
        </p:txBody>
      </p:sp>
    </p:spTree>
    <p:extLst>
      <p:ext uri="{BB962C8B-B14F-4D97-AF65-F5344CB8AC3E}">
        <p14:creationId xmlns:p14="http://schemas.microsoft.com/office/powerpoint/2010/main" val="3152000489"/>
      </p:ext>
    </p:extLst>
  </p:cSld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>
          <a:solidFill>
            <a:schemeClr val="phClr">
              <a:shade val="95000"/>
              <a:satMod val="105000"/>
            </a:schemeClr>
          </a:solidFill>
          <a:prstDash val="solid"/>
        </a:ln>
        <a:ln w="25400">
          <a:solidFill>
            <a:schemeClr val="phClr"/>
          </a:solidFill>
          <a:prstDash val="solid"/>
        </a:ln>
        <a:ln w="38100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2026-07-28T09:51:17.0870000Z</dcterms:created>
  <dcterms:modified xsi:type="dcterms:W3CDTF">2026-07-28T09:51:17.0870000Z</dcterms:modified>
</coreProperties>
</file>